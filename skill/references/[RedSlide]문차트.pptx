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5" r:id="rId1"/>
  </p:sldMasterIdLst>
  <p:notesMasterIdLst>
    <p:notesMasterId r:id="rId5"/>
  </p:notesMasterIdLst>
  <p:handoutMasterIdLst>
    <p:handoutMasterId r:id="rId6"/>
  </p:handoutMasterIdLst>
  <p:sldIdLst>
    <p:sldId id="1211" r:id="rId2"/>
    <p:sldId id="1212" r:id="rId3"/>
    <p:sldId id="661" r:id="rId4"/>
  </p:sldIdLst>
  <p:sldSz cx="9906000" cy="6858000" type="A4"/>
  <p:notesSz cx="6797675" cy="9926638"/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823" userDrawn="1">
          <p15:clr>
            <a:srgbClr val="A4A3A4"/>
          </p15:clr>
        </p15:guide>
        <p15:guide id="4" pos="5869" userDrawn="1">
          <p15:clr>
            <a:srgbClr val="A4A3A4"/>
          </p15:clr>
        </p15:guide>
        <p15:guide id="7" pos="3093" userDrawn="1">
          <p15:clr>
            <a:srgbClr val="A4A3A4"/>
          </p15:clr>
        </p15:guide>
        <p15:guide id="8" pos="326" userDrawn="1">
          <p15:clr>
            <a:srgbClr val="A4A3A4"/>
          </p15:clr>
        </p15:guide>
        <p15:guide id="9" pos="1577" userDrawn="1">
          <p15:clr>
            <a:srgbClr val="A4A3A4"/>
          </p15:clr>
        </p15:guide>
        <p15:guide id="10" orient="horz" pos="1534" userDrawn="1">
          <p15:clr>
            <a:srgbClr val="A4A3A4"/>
          </p15:clr>
        </p15:guide>
        <p15:guide id="11" orient="horz" pos="2523" userDrawn="1">
          <p15:clr>
            <a:srgbClr val="A4A3A4"/>
          </p15:clr>
        </p15:guide>
        <p15:guide id="12" orient="horz" pos="3815" userDrawn="1">
          <p15:clr>
            <a:srgbClr val="A4A3A4"/>
          </p15:clr>
        </p15:guide>
        <p15:guide id="13" pos="46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B2B2B2"/>
    <a:srgbClr val="FFFFFF"/>
    <a:srgbClr val="FFFFCC"/>
    <a:srgbClr val="F8F8F8"/>
    <a:srgbClr val="FF99FF"/>
    <a:srgbClr val="99FF99"/>
    <a:srgbClr val="CCFFCC"/>
    <a:srgbClr val="E2E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2" autoAdjust="0"/>
    <p:restoredTop sz="84211" autoAdjust="0"/>
  </p:normalViewPr>
  <p:slideViewPr>
    <p:cSldViewPr>
      <p:cViewPr varScale="1">
        <p:scale>
          <a:sx n="130" d="100"/>
          <a:sy n="130" d="100"/>
        </p:scale>
        <p:origin x="984" y="96"/>
      </p:cViewPr>
      <p:guideLst>
        <p:guide orient="horz" pos="823"/>
        <p:guide pos="5869"/>
        <p:guide pos="3093"/>
        <p:guide pos="326"/>
        <p:guide pos="1577"/>
        <p:guide orient="horz" pos="1534"/>
        <p:guide orient="horz" pos="2523"/>
        <p:guide orient="horz" pos="3815"/>
        <p:guide pos="46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052" y="-96"/>
      </p:cViewPr>
      <p:guideLst>
        <p:guide orient="horz" pos="3127"/>
        <p:guide pos="2141"/>
      </p:guideLst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b="0">
                <a:latin typeface="돋움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b="0">
                <a:latin typeface="돋움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302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b="0">
                <a:latin typeface="돋움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b="0">
                <a:latin typeface="돋움" pitchFamily="50" charset="-127"/>
              </a:defRPr>
            </a:lvl1pPr>
          </a:lstStyle>
          <a:p>
            <a:fld id="{85C641C5-EBCE-4718-A589-2F55AC6C32AC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76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fld id="{3605D3D1-446B-425D-B70C-AE460ABA2CA0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40484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88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8463" y="225842"/>
            <a:ext cx="8929687" cy="3694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smtClean="0"/>
              <a:t>Title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8463" y="827088"/>
            <a:ext cx="9234487" cy="746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en-US" smtClean="0"/>
          </a:p>
        </p:txBody>
      </p:sp>
      <p:sp>
        <p:nvSpPr>
          <p:cNvPr id="1034" name="슬라이드 번호 개체 틀 3"/>
          <p:cNvSpPr txBox="1">
            <a:spLocks noGrp="1"/>
          </p:cNvSpPr>
          <p:nvPr/>
        </p:nvSpPr>
        <p:spPr bwMode="auto">
          <a:xfrm>
            <a:off x="7359824" y="6554962"/>
            <a:ext cx="2311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r>
              <a:rPr lang="en-US" altLang="ko-KR" sz="1000" b="0" i="1" dirty="0">
                <a:solidFill>
                  <a:srgbClr val="000000"/>
                </a:solidFill>
                <a:ea typeface="휴먼명조"/>
                <a:cs typeface="휴먼명조"/>
              </a:rPr>
              <a:t>- </a:t>
            </a:r>
            <a:fld id="{44FE962B-6538-46E4-B418-C8AA93D92595}" type="slidenum">
              <a:rPr lang="en-US" altLang="ko-KR" sz="1000" b="0" i="1">
                <a:solidFill>
                  <a:srgbClr val="000000"/>
                </a:solidFill>
                <a:ea typeface="휴먼명조"/>
                <a:cs typeface="휴먼명조"/>
              </a:rPr>
              <a:pPr algn="r">
                <a:spcBef>
                  <a:spcPct val="0"/>
                </a:spcBef>
              </a:pPr>
              <a:t>‹#›</a:t>
            </a:fld>
            <a:r>
              <a:rPr lang="en-US" altLang="ko-KR" sz="1000" b="0" i="1" dirty="0">
                <a:solidFill>
                  <a:srgbClr val="000000"/>
                </a:solidFill>
                <a:ea typeface="휴먼명조"/>
                <a:cs typeface="휴먼명조"/>
              </a:rPr>
              <a:t> -</a:t>
            </a:r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273050" y="6515970"/>
            <a:ext cx="9359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" name="Rectangle 24"/>
          <p:cNvSpPr>
            <a:spLocks noChangeArrowheads="1"/>
          </p:cNvSpPr>
          <p:nvPr userDrawn="1"/>
        </p:nvSpPr>
        <p:spPr bwMode="auto">
          <a:xfrm>
            <a:off x="273050" y="692150"/>
            <a:ext cx="9632950" cy="50800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1000" kern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260524" y="6528496"/>
            <a:ext cx="3194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i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http://redslide.blog.me</a:t>
            </a:r>
            <a:endParaRPr lang="ko-KR" altLang="en-US" sz="1000" b="1" i="1" smtClean="0"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9311342" y="120877"/>
            <a:ext cx="470427" cy="470427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Red</a:t>
            </a:r>
          </a:p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S</a:t>
            </a:r>
            <a:r>
              <a:rPr kumimoji="0" lang="en-US" altLang="ko-KR" sz="1000" b="1" kern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lide</a:t>
            </a:r>
            <a:endParaRPr kumimoji="0" lang="ko-KR" altLang="en-US" sz="10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27" r:id="rId2"/>
  </p:sldLayoutIdLst>
  <p:timing>
    <p:tnLst>
      <p:par>
        <p:cTn id="1" dur="indefinite" restart="never" nodeType="tmRoot"/>
      </p:par>
    </p:tnLst>
  </p:timing>
  <p:txStyles>
    <p:titleStyle>
      <a:lvl1pPr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+mn-ea"/>
          <a:ea typeface="+mn-ea"/>
          <a:cs typeface="+mj-cs"/>
        </a:defRPr>
      </a:lvl1pPr>
      <a:lvl2pPr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defTabSz="915988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263525" indent="-263525" algn="l" defTabSz="739775" rtl="0" fontAlgn="base" latinLnBrk="0">
        <a:spcBef>
          <a:spcPct val="5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q"/>
        <a:defRPr kumimoji="1" sz="1600" b="1">
          <a:solidFill>
            <a:schemeClr val="tx1"/>
          </a:solidFill>
          <a:latin typeface="Noto Sans CJK KR Bold" panose="020B0800000000000000" pitchFamily="34" charset="-127"/>
          <a:ea typeface="Noto Sans CJK KR Bold" panose="020B0800000000000000" pitchFamily="34" charset="-127"/>
          <a:cs typeface="+mn-cs"/>
        </a:defRPr>
      </a:lvl1pPr>
      <a:lvl2pPr marL="609600" indent="-166688" algn="l" defTabSz="739775" rtl="0" fontAlgn="base" latinLnBrk="1">
        <a:spcBef>
          <a:spcPct val="50000"/>
        </a:spcBef>
        <a:spcAft>
          <a:spcPct val="0"/>
        </a:spcAft>
        <a:buClr>
          <a:srgbClr val="990000"/>
        </a:buClr>
        <a:buSzPct val="100000"/>
        <a:buChar char="–"/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909638" indent="-120650" algn="l" defTabSz="739775" rtl="0" fontAlgn="base" latinLnBrk="1">
        <a:spcBef>
          <a:spcPct val="50000"/>
        </a:spcBef>
        <a:spcAft>
          <a:spcPct val="0"/>
        </a:spcAft>
        <a:buClr>
          <a:srgbClr val="990000"/>
        </a:buClr>
        <a:buSzPct val="100000"/>
        <a:buChar char="·"/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252538" indent="-163513" algn="l" defTabSz="739775" rtl="0" fontAlgn="base" latinLnBrk="1">
        <a:spcBef>
          <a:spcPct val="20000"/>
        </a:spcBef>
        <a:spcAft>
          <a:spcPct val="0"/>
        </a:spcAft>
        <a:buChar char="-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1635125" indent="-203200" algn="l" defTabSz="73977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092325" indent="-203200" algn="l" defTabSz="73977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549525" indent="-203200" algn="l" defTabSz="73977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006725" indent="-203200" algn="l" defTabSz="73977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463925" indent="-203200" algn="l" defTabSz="73977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tags" Target="../tags/tag4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 bwMode="auto">
          <a:xfrm>
            <a:off x="1104340" y="908480"/>
            <a:ext cx="7740862" cy="468052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504000" tIns="72000" rIns="90000" bIns="252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340" y="5784240"/>
            <a:ext cx="7740862" cy="73866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</a:pPr>
            <a:r>
              <a:rPr kumimoji="0" lang="ko-KR" altLang="en-US" sz="4200" b="0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Tahoma" panose="020B0604030504040204" pitchFamily="34" charset="0"/>
              </a:rPr>
              <a:t>문차트 활용 </a:t>
            </a:r>
            <a:r>
              <a:rPr kumimoji="0" lang="ko-KR" altLang="en-US" sz="4200" b="0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Tahoma" panose="020B0604030504040204" pitchFamily="34" charset="0"/>
              </a:rPr>
              <a:t>보고서</a:t>
            </a:r>
            <a:endParaRPr kumimoji="0" lang="en-US" altLang="ko-KR" sz="4200" b="0" dirty="0" smtClean="0">
              <a:latin typeface="Noto Sans CJK KR Bold" panose="020B0800000000000000" pitchFamily="34" charset="-127"/>
              <a:ea typeface="Noto Sans CJK KR Bold" panose="020B0800000000000000" pitchFamily="34" charset="-127"/>
              <a:cs typeface="Tahoma" panose="020B0604030504040204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3911162" y="491087"/>
            <a:ext cx="2127218" cy="2115235"/>
          </a:xfrm>
          <a:prstGeom prst="ellipse">
            <a:avLst/>
          </a:prstGeom>
          <a:solidFill>
            <a:schemeClr val="bg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kern="0" dirty="0">
                <a:solidFill>
                  <a:prstClr val="white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  <a:cs typeface="Tahoma" panose="020B0604030504040204" pitchFamily="34" charset="0"/>
              </a:rPr>
              <a:t>Red</a:t>
            </a:r>
          </a:p>
          <a:p>
            <a:pPr marL="0" marR="0" lvl="0" indent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kern="0" dirty="0">
                <a:solidFill>
                  <a:prstClr val="white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  <a:cs typeface="Tahoma" panose="020B0604030504040204" pitchFamily="34" charset="0"/>
              </a:rPr>
              <a:t>slide</a:t>
            </a:r>
          </a:p>
        </p:txBody>
      </p:sp>
    </p:spTree>
    <p:extLst>
      <p:ext uri="{BB962C8B-B14F-4D97-AF65-F5344CB8AC3E}">
        <p14:creationId xmlns:p14="http://schemas.microsoft.com/office/powerpoint/2010/main" val="310740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문차트</a:t>
            </a:r>
            <a:endParaRPr lang="ko-KR" alt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7105685" y="1449000"/>
            <a:ext cx="1015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매우 높음</a:t>
            </a:r>
            <a:r>
              <a:rPr lang="ko-KR" altLang="en-US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→</a:t>
            </a:r>
            <a:endParaRPr lang="ko-KR" altLang="en-US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146627" y="1449000"/>
            <a:ext cx="1160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← </a:t>
            </a:r>
            <a:r>
              <a:rPr lang="ko-KR" altLang="en-US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매우 낮음</a:t>
            </a:r>
            <a:endParaRPr lang="ko-KR" altLang="en-US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55" name="Oval 215"/>
          <p:cNvSpPr>
            <a:spLocks noChangeArrowheads="1"/>
          </p:cNvSpPr>
          <p:nvPr/>
        </p:nvSpPr>
        <p:spPr bwMode="auto">
          <a:xfrm>
            <a:off x="3734469" y="5735250"/>
            <a:ext cx="140466" cy="140520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256" name="Group 216"/>
          <p:cNvGrpSpPr>
            <a:grpSpLocks/>
          </p:cNvGrpSpPr>
          <p:nvPr/>
        </p:nvGrpSpPr>
        <p:grpSpPr bwMode="auto">
          <a:xfrm>
            <a:off x="3005089" y="5735234"/>
            <a:ext cx="140616" cy="140616"/>
            <a:chOff x="2867" y="636"/>
            <a:chExt cx="960" cy="961"/>
          </a:xfrm>
        </p:grpSpPr>
        <p:sp>
          <p:nvSpPr>
            <p:cNvPr id="257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58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59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0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61" name="Oval 221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276578" y="5735234"/>
            <a:ext cx="140520" cy="140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262" name="Group 222"/>
          <p:cNvGrpSpPr>
            <a:grpSpLocks/>
          </p:cNvGrpSpPr>
          <p:nvPr/>
        </p:nvGrpSpPr>
        <p:grpSpPr bwMode="auto">
          <a:xfrm>
            <a:off x="2640472" y="5735250"/>
            <a:ext cx="141242" cy="140520"/>
            <a:chOff x="2123" y="2487"/>
            <a:chExt cx="141" cy="130"/>
          </a:xfrm>
        </p:grpSpPr>
        <p:sp>
          <p:nvSpPr>
            <p:cNvPr id="263" name="Oval 223"/>
            <p:cNvSpPr>
              <a:spLocks noChangeAspect="1" noChangeArrowheads="1"/>
            </p:cNvSpPr>
            <p:nvPr>
              <p:custDataLst>
                <p:tags r:id="rId47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64" name="Arc 224"/>
            <p:cNvSpPr>
              <a:spLocks noChangeAspect="1"/>
            </p:cNvSpPr>
            <p:nvPr>
              <p:custDataLst>
                <p:tags r:id="rId48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265" name="Group 225"/>
          <p:cNvGrpSpPr>
            <a:grpSpLocks/>
          </p:cNvGrpSpPr>
          <p:nvPr/>
        </p:nvGrpSpPr>
        <p:grpSpPr bwMode="auto">
          <a:xfrm>
            <a:off x="2823168" y="5735250"/>
            <a:ext cx="140467" cy="140520"/>
            <a:chOff x="1578" y="752"/>
            <a:chExt cx="960" cy="961"/>
          </a:xfrm>
        </p:grpSpPr>
        <p:sp>
          <p:nvSpPr>
            <p:cNvPr id="266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67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8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69" name="Group 229"/>
          <p:cNvGrpSpPr>
            <a:grpSpLocks/>
          </p:cNvGrpSpPr>
          <p:nvPr/>
        </p:nvGrpSpPr>
        <p:grpSpPr bwMode="auto">
          <a:xfrm>
            <a:off x="3187159" y="5735250"/>
            <a:ext cx="141243" cy="140520"/>
            <a:chOff x="4088" y="533"/>
            <a:chExt cx="960" cy="961"/>
          </a:xfrm>
        </p:grpSpPr>
        <p:sp>
          <p:nvSpPr>
            <p:cNvPr id="270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71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2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3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4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75" name="Group 235"/>
          <p:cNvGrpSpPr>
            <a:grpSpLocks/>
          </p:cNvGrpSpPr>
          <p:nvPr/>
        </p:nvGrpSpPr>
        <p:grpSpPr bwMode="auto">
          <a:xfrm>
            <a:off x="3552552" y="5735250"/>
            <a:ext cx="140466" cy="140520"/>
            <a:chOff x="2743" y="1849"/>
            <a:chExt cx="961" cy="961"/>
          </a:xfrm>
        </p:grpSpPr>
        <p:sp>
          <p:nvSpPr>
            <p:cNvPr id="276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77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8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9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0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1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82" name="Group 242"/>
          <p:cNvGrpSpPr>
            <a:grpSpLocks/>
          </p:cNvGrpSpPr>
          <p:nvPr/>
        </p:nvGrpSpPr>
        <p:grpSpPr bwMode="auto">
          <a:xfrm>
            <a:off x="2458552" y="5735250"/>
            <a:ext cx="140466" cy="140520"/>
            <a:chOff x="344" y="683"/>
            <a:chExt cx="960" cy="961"/>
          </a:xfrm>
        </p:grpSpPr>
        <p:sp>
          <p:nvSpPr>
            <p:cNvPr id="283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84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85" name="Group 245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369856" y="5735250"/>
            <a:ext cx="141242" cy="140520"/>
            <a:chOff x="3526" y="2546"/>
            <a:chExt cx="160" cy="160"/>
          </a:xfrm>
        </p:grpSpPr>
        <p:sp>
          <p:nvSpPr>
            <p:cNvPr id="286" name="Oval 246"/>
            <p:cNvSpPr>
              <a:spLocks noChangeAspect="1" noChangeArrowheads="1"/>
            </p:cNvSpPr>
            <p:nvPr>
              <p:custDataLst>
                <p:tags r:id="rId45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87" name="Arc 247"/>
            <p:cNvSpPr>
              <a:spLocks noChangeAspect="1"/>
            </p:cNvSpPr>
            <p:nvPr>
              <p:custDataLst>
                <p:tags r:id="rId46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290" name="Oval 215"/>
          <p:cNvSpPr>
            <a:spLocks noChangeArrowheads="1"/>
          </p:cNvSpPr>
          <p:nvPr/>
        </p:nvSpPr>
        <p:spPr bwMode="auto">
          <a:xfrm>
            <a:off x="4248799" y="5321509"/>
            <a:ext cx="190021" cy="190094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291" name="Group 216"/>
          <p:cNvGrpSpPr>
            <a:grpSpLocks/>
          </p:cNvGrpSpPr>
          <p:nvPr/>
        </p:nvGrpSpPr>
        <p:grpSpPr bwMode="auto">
          <a:xfrm>
            <a:off x="3262101" y="5321487"/>
            <a:ext cx="190224" cy="190224"/>
            <a:chOff x="2867" y="636"/>
            <a:chExt cx="960" cy="961"/>
          </a:xfrm>
        </p:grpSpPr>
        <p:sp>
          <p:nvSpPr>
            <p:cNvPr id="319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20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1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2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92" name="Oval 221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2276578" y="5321487"/>
            <a:ext cx="190094" cy="1902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293" name="Group 222"/>
          <p:cNvGrpSpPr>
            <a:grpSpLocks/>
          </p:cNvGrpSpPr>
          <p:nvPr/>
        </p:nvGrpSpPr>
        <p:grpSpPr bwMode="auto">
          <a:xfrm>
            <a:off x="2768850" y="5321509"/>
            <a:ext cx="191071" cy="190094"/>
            <a:chOff x="2123" y="2487"/>
            <a:chExt cx="141" cy="130"/>
          </a:xfrm>
        </p:grpSpPr>
        <p:sp>
          <p:nvSpPr>
            <p:cNvPr id="317" name="Oval 223"/>
            <p:cNvSpPr>
              <a:spLocks noChangeAspect="1" noChangeArrowheads="1"/>
            </p:cNvSpPr>
            <p:nvPr>
              <p:custDataLst>
                <p:tags r:id="rId43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18" name="Arc 224"/>
            <p:cNvSpPr>
              <a:spLocks noChangeAspect="1"/>
            </p:cNvSpPr>
            <p:nvPr>
              <p:custDataLst>
                <p:tags r:id="rId44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294" name="Group 225"/>
          <p:cNvGrpSpPr>
            <a:grpSpLocks/>
          </p:cNvGrpSpPr>
          <p:nvPr/>
        </p:nvGrpSpPr>
        <p:grpSpPr bwMode="auto">
          <a:xfrm>
            <a:off x="3016000" y="5321509"/>
            <a:ext cx="190022" cy="190094"/>
            <a:chOff x="1578" y="752"/>
            <a:chExt cx="960" cy="961"/>
          </a:xfrm>
        </p:grpSpPr>
        <p:sp>
          <p:nvSpPr>
            <p:cNvPr id="314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15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6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95" name="Group 229"/>
          <p:cNvGrpSpPr>
            <a:grpSpLocks/>
          </p:cNvGrpSpPr>
          <p:nvPr/>
        </p:nvGrpSpPr>
        <p:grpSpPr bwMode="auto">
          <a:xfrm>
            <a:off x="3508403" y="5321509"/>
            <a:ext cx="191072" cy="190094"/>
            <a:chOff x="4088" y="533"/>
            <a:chExt cx="960" cy="961"/>
          </a:xfrm>
        </p:grpSpPr>
        <p:sp>
          <p:nvSpPr>
            <p:cNvPr id="309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10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1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2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3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96" name="Group 235"/>
          <p:cNvGrpSpPr>
            <a:grpSpLocks/>
          </p:cNvGrpSpPr>
          <p:nvPr/>
        </p:nvGrpSpPr>
        <p:grpSpPr bwMode="auto">
          <a:xfrm>
            <a:off x="4002703" y="5321509"/>
            <a:ext cx="190021" cy="190094"/>
            <a:chOff x="2743" y="1849"/>
            <a:chExt cx="961" cy="961"/>
          </a:xfrm>
        </p:grpSpPr>
        <p:sp>
          <p:nvSpPr>
            <p:cNvPr id="303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04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05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06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07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08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97" name="Group 242"/>
          <p:cNvGrpSpPr>
            <a:grpSpLocks/>
          </p:cNvGrpSpPr>
          <p:nvPr/>
        </p:nvGrpSpPr>
        <p:grpSpPr bwMode="auto">
          <a:xfrm>
            <a:off x="2522751" y="5321509"/>
            <a:ext cx="190021" cy="190094"/>
            <a:chOff x="344" y="683"/>
            <a:chExt cx="960" cy="961"/>
          </a:xfrm>
        </p:grpSpPr>
        <p:sp>
          <p:nvSpPr>
            <p:cNvPr id="301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02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98" name="Group 24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3755554" y="5321509"/>
            <a:ext cx="191071" cy="190094"/>
            <a:chOff x="3526" y="2546"/>
            <a:chExt cx="160" cy="160"/>
          </a:xfrm>
        </p:grpSpPr>
        <p:sp>
          <p:nvSpPr>
            <p:cNvPr id="299" name="Oval 246"/>
            <p:cNvSpPr>
              <a:spLocks noChangeAspect="1" noChangeArrowheads="1"/>
            </p:cNvSpPr>
            <p:nvPr>
              <p:custDataLst>
                <p:tags r:id="rId41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00" name="Arc 247"/>
            <p:cNvSpPr>
              <a:spLocks noChangeAspect="1"/>
            </p:cNvSpPr>
            <p:nvPr>
              <p:custDataLst>
                <p:tags r:id="rId42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324" name="Oval 215"/>
          <p:cNvSpPr>
            <a:spLocks noChangeArrowheads="1"/>
          </p:cNvSpPr>
          <p:nvPr/>
        </p:nvSpPr>
        <p:spPr bwMode="auto">
          <a:xfrm>
            <a:off x="4625174" y="4871465"/>
            <a:ext cx="226284" cy="226371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325" name="Group 216"/>
          <p:cNvGrpSpPr>
            <a:grpSpLocks/>
          </p:cNvGrpSpPr>
          <p:nvPr/>
        </p:nvGrpSpPr>
        <p:grpSpPr bwMode="auto">
          <a:xfrm>
            <a:off x="3450176" y="4871439"/>
            <a:ext cx="226526" cy="226526"/>
            <a:chOff x="2867" y="636"/>
            <a:chExt cx="960" cy="961"/>
          </a:xfrm>
        </p:grpSpPr>
        <p:sp>
          <p:nvSpPr>
            <p:cNvPr id="353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54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5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6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326" name="Oval 221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2276578" y="4871439"/>
            <a:ext cx="226371" cy="2265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327" name="Group 222"/>
          <p:cNvGrpSpPr>
            <a:grpSpLocks/>
          </p:cNvGrpSpPr>
          <p:nvPr/>
        </p:nvGrpSpPr>
        <p:grpSpPr bwMode="auto">
          <a:xfrm>
            <a:off x="2862795" y="4871465"/>
            <a:ext cx="227534" cy="226371"/>
            <a:chOff x="2123" y="2487"/>
            <a:chExt cx="141" cy="130"/>
          </a:xfrm>
        </p:grpSpPr>
        <p:sp>
          <p:nvSpPr>
            <p:cNvPr id="351" name="Oval 223"/>
            <p:cNvSpPr>
              <a:spLocks noChangeAspect="1" noChangeArrowheads="1"/>
            </p:cNvSpPr>
            <p:nvPr>
              <p:custDataLst>
                <p:tags r:id="rId39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52" name="Arc 224"/>
            <p:cNvSpPr>
              <a:spLocks noChangeAspect="1"/>
            </p:cNvSpPr>
            <p:nvPr>
              <p:custDataLst>
                <p:tags r:id="rId40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328" name="Group 225"/>
          <p:cNvGrpSpPr>
            <a:grpSpLocks/>
          </p:cNvGrpSpPr>
          <p:nvPr/>
        </p:nvGrpSpPr>
        <p:grpSpPr bwMode="auto">
          <a:xfrm>
            <a:off x="3157109" y="4871465"/>
            <a:ext cx="226286" cy="226371"/>
            <a:chOff x="1578" y="752"/>
            <a:chExt cx="960" cy="961"/>
          </a:xfrm>
        </p:grpSpPr>
        <p:sp>
          <p:nvSpPr>
            <p:cNvPr id="348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49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0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29" name="Group 229"/>
          <p:cNvGrpSpPr>
            <a:grpSpLocks/>
          </p:cNvGrpSpPr>
          <p:nvPr/>
        </p:nvGrpSpPr>
        <p:grpSpPr bwMode="auto">
          <a:xfrm>
            <a:off x="3743482" y="4871465"/>
            <a:ext cx="227536" cy="226371"/>
            <a:chOff x="4088" y="533"/>
            <a:chExt cx="960" cy="961"/>
          </a:xfrm>
        </p:grpSpPr>
        <p:sp>
          <p:nvSpPr>
            <p:cNvPr id="343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44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5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6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7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30" name="Group 235"/>
          <p:cNvGrpSpPr>
            <a:grpSpLocks/>
          </p:cNvGrpSpPr>
          <p:nvPr/>
        </p:nvGrpSpPr>
        <p:grpSpPr bwMode="auto">
          <a:xfrm>
            <a:off x="4332114" y="4871465"/>
            <a:ext cx="226284" cy="226371"/>
            <a:chOff x="2743" y="1849"/>
            <a:chExt cx="961" cy="961"/>
          </a:xfrm>
        </p:grpSpPr>
        <p:sp>
          <p:nvSpPr>
            <p:cNvPr id="337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38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39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0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1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2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31" name="Group 242"/>
          <p:cNvGrpSpPr>
            <a:grpSpLocks/>
          </p:cNvGrpSpPr>
          <p:nvPr/>
        </p:nvGrpSpPr>
        <p:grpSpPr bwMode="auto">
          <a:xfrm>
            <a:off x="2569730" y="4871465"/>
            <a:ext cx="226284" cy="226371"/>
            <a:chOff x="344" y="683"/>
            <a:chExt cx="960" cy="961"/>
          </a:xfrm>
        </p:grpSpPr>
        <p:sp>
          <p:nvSpPr>
            <p:cNvPr id="335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36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32" name="Group 245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4037799" y="4871465"/>
            <a:ext cx="227534" cy="226371"/>
            <a:chOff x="3526" y="2546"/>
            <a:chExt cx="160" cy="160"/>
          </a:xfrm>
        </p:grpSpPr>
        <p:sp>
          <p:nvSpPr>
            <p:cNvPr id="333" name="Oval 246"/>
            <p:cNvSpPr>
              <a:spLocks noChangeAspect="1" noChangeArrowheads="1"/>
            </p:cNvSpPr>
            <p:nvPr>
              <p:custDataLst>
                <p:tags r:id="rId37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34" name="Arc 247"/>
            <p:cNvSpPr>
              <a:spLocks noChangeAspect="1"/>
            </p:cNvSpPr>
            <p:nvPr>
              <p:custDataLst>
                <p:tags r:id="rId38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358" name="Oval 215"/>
          <p:cNvSpPr>
            <a:spLocks noChangeArrowheads="1"/>
          </p:cNvSpPr>
          <p:nvPr/>
        </p:nvSpPr>
        <p:spPr bwMode="auto">
          <a:xfrm>
            <a:off x="5015877" y="4383737"/>
            <a:ext cx="263928" cy="264030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359" name="Group 216"/>
          <p:cNvGrpSpPr>
            <a:grpSpLocks/>
          </p:cNvGrpSpPr>
          <p:nvPr/>
        </p:nvGrpSpPr>
        <p:grpSpPr bwMode="auto">
          <a:xfrm>
            <a:off x="3645411" y="4383707"/>
            <a:ext cx="264210" cy="264210"/>
            <a:chOff x="2867" y="636"/>
            <a:chExt cx="960" cy="961"/>
          </a:xfrm>
        </p:grpSpPr>
        <p:sp>
          <p:nvSpPr>
            <p:cNvPr id="387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88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9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90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360" name="Oval 221"/>
          <p:cNvSpPr>
            <a:spLocks noChangeArrowheads="1"/>
          </p:cNvSpPr>
          <p:nvPr>
            <p:custDataLst>
              <p:tags r:id="rId7"/>
            </p:custDataLst>
          </p:nvPr>
        </p:nvSpPr>
        <p:spPr bwMode="blackWhite">
          <a:xfrm>
            <a:off x="2276578" y="4383707"/>
            <a:ext cx="264030" cy="2642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361" name="Group 222"/>
          <p:cNvGrpSpPr>
            <a:grpSpLocks/>
          </p:cNvGrpSpPr>
          <p:nvPr/>
        </p:nvGrpSpPr>
        <p:grpSpPr bwMode="auto">
          <a:xfrm>
            <a:off x="2960315" y="4383737"/>
            <a:ext cx="265386" cy="264030"/>
            <a:chOff x="2123" y="2487"/>
            <a:chExt cx="141" cy="130"/>
          </a:xfrm>
        </p:grpSpPr>
        <p:sp>
          <p:nvSpPr>
            <p:cNvPr id="385" name="Oval 223"/>
            <p:cNvSpPr>
              <a:spLocks noChangeAspect="1" noChangeArrowheads="1"/>
            </p:cNvSpPr>
            <p:nvPr>
              <p:custDataLst>
                <p:tags r:id="rId35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86" name="Arc 224"/>
            <p:cNvSpPr>
              <a:spLocks noChangeAspect="1"/>
            </p:cNvSpPr>
            <p:nvPr>
              <p:custDataLst>
                <p:tags r:id="rId36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362" name="Group 225"/>
          <p:cNvGrpSpPr>
            <a:grpSpLocks/>
          </p:cNvGrpSpPr>
          <p:nvPr/>
        </p:nvGrpSpPr>
        <p:grpSpPr bwMode="auto">
          <a:xfrm>
            <a:off x="3303591" y="4383737"/>
            <a:ext cx="263930" cy="264030"/>
            <a:chOff x="1578" y="752"/>
            <a:chExt cx="960" cy="961"/>
          </a:xfrm>
        </p:grpSpPr>
        <p:sp>
          <p:nvSpPr>
            <p:cNvPr id="382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83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4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63" name="Group 229"/>
          <p:cNvGrpSpPr>
            <a:grpSpLocks/>
          </p:cNvGrpSpPr>
          <p:nvPr/>
        </p:nvGrpSpPr>
        <p:grpSpPr bwMode="auto">
          <a:xfrm>
            <a:off x="3987511" y="4383737"/>
            <a:ext cx="265388" cy="264030"/>
            <a:chOff x="4088" y="533"/>
            <a:chExt cx="960" cy="961"/>
          </a:xfrm>
        </p:grpSpPr>
        <p:sp>
          <p:nvSpPr>
            <p:cNvPr id="377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78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9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0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1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64" name="Group 235"/>
          <p:cNvGrpSpPr>
            <a:grpSpLocks/>
          </p:cNvGrpSpPr>
          <p:nvPr/>
        </p:nvGrpSpPr>
        <p:grpSpPr bwMode="auto">
          <a:xfrm>
            <a:off x="4674065" y="4383737"/>
            <a:ext cx="263928" cy="264030"/>
            <a:chOff x="2743" y="1849"/>
            <a:chExt cx="961" cy="961"/>
          </a:xfrm>
        </p:grpSpPr>
        <p:sp>
          <p:nvSpPr>
            <p:cNvPr id="371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72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3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4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5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6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65" name="Group 242"/>
          <p:cNvGrpSpPr>
            <a:grpSpLocks/>
          </p:cNvGrpSpPr>
          <p:nvPr/>
        </p:nvGrpSpPr>
        <p:grpSpPr bwMode="auto">
          <a:xfrm>
            <a:off x="2618497" y="4383737"/>
            <a:ext cx="263928" cy="264030"/>
            <a:chOff x="344" y="683"/>
            <a:chExt cx="960" cy="961"/>
          </a:xfrm>
        </p:grpSpPr>
        <p:sp>
          <p:nvSpPr>
            <p:cNvPr id="369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70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66" name="Group 245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4330789" y="4383737"/>
            <a:ext cx="265386" cy="264030"/>
            <a:chOff x="3526" y="2546"/>
            <a:chExt cx="160" cy="160"/>
          </a:xfrm>
        </p:grpSpPr>
        <p:sp>
          <p:nvSpPr>
            <p:cNvPr id="367" name="Oval 246"/>
            <p:cNvSpPr>
              <a:spLocks noChangeAspect="1" noChangeArrowheads="1"/>
            </p:cNvSpPr>
            <p:nvPr>
              <p:custDataLst>
                <p:tags r:id="rId33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68" name="Arc 247"/>
            <p:cNvSpPr>
              <a:spLocks noChangeAspect="1"/>
            </p:cNvSpPr>
            <p:nvPr>
              <p:custDataLst>
                <p:tags r:id="rId34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392" name="Oval 215"/>
          <p:cNvSpPr>
            <a:spLocks noChangeArrowheads="1"/>
          </p:cNvSpPr>
          <p:nvPr/>
        </p:nvSpPr>
        <p:spPr bwMode="auto">
          <a:xfrm>
            <a:off x="5314421" y="3867213"/>
            <a:ext cx="292692" cy="292805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393" name="Group 216"/>
          <p:cNvGrpSpPr>
            <a:grpSpLocks/>
          </p:cNvGrpSpPr>
          <p:nvPr/>
        </p:nvGrpSpPr>
        <p:grpSpPr bwMode="auto">
          <a:xfrm>
            <a:off x="3794594" y="3867180"/>
            <a:ext cx="293005" cy="293005"/>
            <a:chOff x="2867" y="636"/>
            <a:chExt cx="960" cy="961"/>
          </a:xfrm>
        </p:grpSpPr>
        <p:sp>
          <p:nvSpPr>
            <p:cNvPr id="421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22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23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24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394" name="Oval 221"/>
          <p:cNvSpPr>
            <a:spLocks noChangeArrowheads="1"/>
          </p:cNvSpPr>
          <p:nvPr>
            <p:custDataLst>
              <p:tags r:id="rId9"/>
            </p:custDataLst>
          </p:nvPr>
        </p:nvSpPr>
        <p:spPr bwMode="blackWhite">
          <a:xfrm>
            <a:off x="2276578" y="3867180"/>
            <a:ext cx="292805" cy="2930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395" name="Group 222"/>
          <p:cNvGrpSpPr>
            <a:grpSpLocks/>
          </p:cNvGrpSpPr>
          <p:nvPr/>
        </p:nvGrpSpPr>
        <p:grpSpPr bwMode="auto">
          <a:xfrm>
            <a:off x="3034833" y="3867213"/>
            <a:ext cx="294309" cy="292805"/>
            <a:chOff x="2123" y="2487"/>
            <a:chExt cx="141" cy="130"/>
          </a:xfrm>
        </p:grpSpPr>
        <p:sp>
          <p:nvSpPr>
            <p:cNvPr id="419" name="Oval 223"/>
            <p:cNvSpPr>
              <a:spLocks noChangeAspect="1" noChangeArrowheads="1"/>
            </p:cNvSpPr>
            <p:nvPr>
              <p:custDataLst>
                <p:tags r:id="rId31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20" name="Arc 224"/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396" name="Group 225"/>
          <p:cNvGrpSpPr>
            <a:grpSpLocks/>
          </p:cNvGrpSpPr>
          <p:nvPr/>
        </p:nvGrpSpPr>
        <p:grpSpPr bwMode="auto">
          <a:xfrm>
            <a:off x="3415521" y="3867213"/>
            <a:ext cx="292694" cy="292805"/>
            <a:chOff x="1578" y="752"/>
            <a:chExt cx="960" cy="961"/>
          </a:xfrm>
        </p:grpSpPr>
        <p:sp>
          <p:nvSpPr>
            <p:cNvPr id="416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17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8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97" name="Group 229"/>
          <p:cNvGrpSpPr>
            <a:grpSpLocks/>
          </p:cNvGrpSpPr>
          <p:nvPr/>
        </p:nvGrpSpPr>
        <p:grpSpPr bwMode="auto">
          <a:xfrm>
            <a:off x="4173978" y="3867213"/>
            <a:ext cx="294311" cy="292805"/>
            <a:chOff x="4088" y="533"/>
            <a:chExt cx="960" cy="961"/>
          </a:xfrm>
        </p:grpSpPr>
        <p:sp>
          <p:nvSpPr>
            <p:cNvPr id="411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12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3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4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5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98" name="Group 235"/>
          <p:cNvGrpSpPr>
            <a:grpSpLocks/>
          </p:cNvGrpSpPr>
          <p:nvPr/>
        </p:nvGrpSpPr>
        <p:grpSpPr bwMode="auto">
          <a:xfrm>
            <a:off x="4935356" y="3867213"/>
            <a:ext cx="292692" cy="292805"/>
            <a:chOff x="2743" y="1849"/>
            <a:chExt cx="961" cy="961"/>
          </a:xfrm>
        </p:grpSpPr>
        <p:sp>
          <p:nvSpPr>
            <p:cNvPr id="405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06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7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8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9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0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399" name="Group 242"/>
          <p:cNvGrpSpPr>
            <a:grpSpLocks/>
          </p:cNvGrpSpPr>
          <p:nvPr/>
        </p:nvGrpSpPr>
        <p:grpSpPr bwMode="auto">
          <a:xfrm>
            <a:off x="2655762" y="3867213"/>
            <a:ext cx="292692" cy="292805"/>
            <a:chOff x="344" y="683"/>
            <a:chExt cx="960" cy="961"/>
          </a:xfrm>
        </p:grpSpPr>
        <p:sp>
          <p:nvSpPr>
            <p:cNvPr id="403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04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00" name="Group 245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4554668" y="3867213"/>
            <a:ext cx="294309" cy="292805"/>
            <a:chOff x="3526" y="2546"/>
            <a:chExt cx="160" cy="160"/>
          </a:xfrm>
        </p:grpSpPr>
        <p:sp>
          <p:nvSpPr>
            <p:cNvPr id="401" name="Oval 246"/>
            <p:cNvSpPr>
              <a:spLocks noChangeAspect="1" noChangeArrowheads="1"/>
            </p:cNvSpPr>
            <p:nvPr>
              <p:custDataLst>
                <p:tags r:id="rId29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02" name="Arc 247"/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426" name="Oval 215"/>
          <p:cNvSpPr>
            <a:spLocks noChangeArrowheads="1"/>
          </p:cNvSpPr>
          <p:nvPr/>
        </p:nvSpPr>
        <p:spPr bwMode="auto">
          <a:xfrm>
            <a:off x="5766958" y="3307043"/>
            <a:ext cx="336294" cy="336423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427" name="Group 216"/>
          <p:cNvGrpSpPr>
            <a:grpSpLocks/>
          </p:cNvGrpSpPr>
          <p:nvPr/>
        </p:nvGrpSpPr>
        <p:grpSpPr bwMode="auto">
          <a:xfrm>
            <a:off x="4020728" y="3307005"/>
            <a:ext cx="336653" cy="336653"/>
            <a:chOff x="2867" y="636"/>
            <a:chExt cx="960" cy="961"/>
          </a:xfrm>
        </p:grpSpPr>
        <p:sp>
          <p:nvSpPr>
            <p:cNvPr id="455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56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57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58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28" name="Oval 221"/>
          <p:cNvSpPr>
            <a:spLocks noChangeArrowheads="1"/>
          </p:cNvSpPr>
          <p:nvPr>
            <p:custDataLst>
              <p:tags r:id="rId11"/>
            </p:custDataLst>
          </p:nvPr>
        </p:nvSpPr>
        <p:spPr bwMode="blackWhite">
          <a:xfrm>
            <a:off x="2276578" y="3307005"/>
            <a:ext cx="336423" cy="3366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429" name="Group 222"/>
          <p:cNvGrpSpPr>
            <a:grpSpLocks/>
          </p:cNvGrpSpPr>
          <p:nvPr/>
        </p:nvGrpSpPr>
        <p:grpSpPr bwMode="auto">
          <a:xfrm>
            <a:off x="3147787" y="3307043"/>
            <a:ext cx="338152" cy="336423"/>
            <a:chOff x="2123" y="2487"/>
            <a:chExt cx="141" cy="130"/>
          </a:xfrm>
        </p:grpSpPr>
        <p:sp>
          <p:nvSpPr>
            <p:cNvPr id="453" name="Oval 223"/>
            <p:cNvSpPr>
              <a:spLocks noChangeAspect="1" noChangeArrowheads="1"/>
            </p:cNvSpPr>
            <p:nvPr>
              <p:custDataLst>
                <p:tags r:id="rId27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54" name="Arc 224"/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430" name="Group 225"/>
          <p:cNvGrpSpPr>
            <a:grpSpLocks/>
          </p:cNvGrpSpPr>
          <p:nvPr/>
        </p:nvGrpSpPr>
        <p:grpSpPr bwMode="auto">
          <a:xfrm>
            <a:off x="3585185" y="3307043"/>
            <a:ext cx="336296" cy="336423"/>
            <a:chOff x="1578" y="752"/>
            <a:chExt cx="960" cy="961"/>
          </a:xfrm>
        </p:grpSpPr>
        <p:sp>
          <p:nvSpPr>
            <p:cNvPr id="450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51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52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31" name="Group 229"/>
          <p:cNvGrpSpPr>
            <a:grpSpLocks/>
          </p:cNvGrpSpPr>
          <p:nvPr/>
        </p:nvGrpSpPr>
        <p:grpSpPr bwMode="auto">
          <a:xfrm>
            <a:off x="4456627" y="3307043"/>
            <a:ext cx="338154" cy="336423"/>
            <a:chOff x="4088" y="533"/>
            <a:chExt cx="960" cy="961"/>
          </a:xfrm>
        </p:grpSpPr>
        <p:sp>
          <p:nvSpPr>
            <p:cNvPr id="445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46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7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8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9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32" name="Group 235"/>
          <p:cNvGrpSpPr>
            <a:grpSpLocks/>
          </p:cNvGrpSpPr>
          <p:nvPr/>
        </p:nvGrpSpPr>
        <p:grpSpPr bwMode="auto">
          <a:xfrm>
            <a:off x="5331425" y="3307043"/>
            <a:ext cx="336294" cy="336423"/>
            <a:chOff x="2743" y="1849"/>
            <a:chExt cx="961" cy="961"/>
          </a:xfrm>
        </p:grpSpPr>
        <p:sp>
          <p:nvSpPr>
            <p:cNvPr id="439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40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1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2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3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4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33" name="Group 242"/>
          <p:cNvGrpSpPr>
            <a:grpSpLocks/>
          </p:cNvGrpSpPr>
          <p:nvPr/>
        </p:nvGrpSpPr>
        <p:grpSpPr bwMode="auto">
          <a:xfrm>
            <a:off x="2712247" y="3307043"/>
            <a:ext cx="336294" cy="336423"/>
            <a:chOff x="344" y="683"/>
            <a:chExt cx="960" cy="961"/>
          </a:xfrm>
        </p:grpSpPr>
        <p:sp>
          <p:nvSpPr>
            <p:cNvPr id="437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38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34" name="Group 245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4894027" y="3307043"/>
            <a:ext cx="338152" cy="336423"/>
            <a:chOff x="3526" y="2546"/>
            <a:chExt cx="160" cy="160"/>
          </a:xfrm>
        </p:grpSpPr>
        <p:sp>
          <p:nvSpPr>
            <p:cNvPr id="435" name="Oval 246"/>
            <p:cNvSpPr>
              <a:spLocks noChangeAspect="1" noChangeArrowheads="1"/>
            </p:cNvSpPr>
            <p:nvPr>
              <p:custDataLst>
                <p:tags r:id="rId25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36" name="Arc 247"/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460" name="Oval 215"/>
          <p:cNvSpPr>
            <a:spLocks noChangeArrowheads="1"/>
          </p:cNvSpPr>
          <p:nvPr/>
        </p:nvSpPr>
        <p:spPr bwMode="auto">
          <a:xfrm>
            <a:off x="6608292" y="2665730"/>
            <a:ext cx="417355" cy="417516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461" name="Group 216"/>
          <p:cNvGrpSpPr>
            <a:grpSpLocks/>
          </p:cNvGrpSpPr>
          <p:nvPr/>
        </p:nvGrpSpPr>
        <p:grpSpPr bwMode="auto">
          <a:xfrm>
            <a:off x="4441144" y="2665682"/>
            <a:ext cx="417801" cy="417801"/>
            <a:chOff x="2867" y="636"/>
            <a:chExt cx="960" cy="961"/>
          </a:xfrm>
        </p:grpSpPr>
        <p:sp>
          <p:nvSpPr>
            <p:cNvPr id="489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90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91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92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62" name="Oval 221"/>
          <p:cNvSpPr>
            <a:spLocks noChangeArrowheads="1"/>
          </p:cNvSpPr>
          <p:nvPr>
            <p:custDataLst>
              <p:tags r:id="rId13"/>
            </p:custDataLst>
          </p:nvPr>
        </p:nvSpPr>
        <p:spPr bwMode="blackWhite">
          <a:xfrm>
            <a:off x="2276578" y="2665682"/>
            <a:ext cx="417516" cy="4178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463" name="Group 222"/>
          <p:cNvGrpSpPr>
            <a:grpSpLocks/>
          </p:cNvGrpSpPr>
          <p:nvPr/>
        </p:nvGrpSpPr>
        <p:grpSpPr bwMode="auto">
          <a:xfrm>
            <a:off x="3357787" y="2665730"/>
            <a:ext cx="419661" cy="417516"/>
            <a:chOff x="2123" y="2487"/>
            <a:chExt cx="141" cy="130"/>
          </a:xfrm>
        </p:grpSpPr>
        <p:sp>
          <p:nvSpPr>
            <p:cNvPr id="487" name="Oval 223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88" name="Arc 224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464" name="Group 225"/>
          <p:cNvGrpSpPr>
            <a:grpSpLocks/>
          </p:cNvGrpSpPr>
          <p:nvPr/>
        </p:nvGrpSpPr>
        <p:grpSpPr bwMode="auto">
          <a:xfrm>
            <a:off x="3900617" y="2665730"/>
            <a:ext cx="417358" cy="417516"/>
            <a:chOff x="1578" y="752"/>
            <a:chExt cx="960" cy="961"/>
          </a:xfrm>
        </p:grpSpPr>
        <p:sp>
          <p:nvSpPr>
            <p:cNvPr id="484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85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86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65" name="Group 229"/>
          <p:cNvGrpSpPr>
            <a:grpSpLocks/>
          </p:cNvGrpSpPr>
          <p:nvPr/>
        </p:nvGrpSpPr>
        <p:grpSpPr bwMode="auto">
          <a:xfrm>
            <a:off x="4982114" y="2665730"/>
            <a:ext cx="419664" cy="417516"/>
            <a:chOff x="4088" y="533"/>
            <a:chExt cx="960" cy="961"/>
          </a:xfrm>
        </p:grpSpPr>
        <p:sp>
          <p:nvSpPr>
            <p:cNvPr id="479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80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81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82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83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66" name="Group 235"/>
          <p:cNvGrpSpPr>
            <a:grpSpLocks/>
          </p:cNvGrpSpPr>
          <p:nvPr/>
        </p:nvGrpSpPr>
        <p:grpSpPr bwMode="auto">
          <a:xfrm>
            <a:off x="6067776" y="2665730"/>
            <a:ext cx="417355" cy="417516"/>
            <a:chOff x="2743" y="1849"/>
            <a:chExt cx="961" cy="961"/>
          </a:xfrm>
        </p:grpSpPr>
        <p:sp>
          <p:nvSpPr>
            <p:cNvPr id="473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74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5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6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7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8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67" name="Group 242"/>
          <p:cNvGrpSpPr>
            <a:grpSpLocks/>
          </p:cNvGrpSpPr>
          <p:nvPr/>
        </p:nvGrpSpPr>
        <p:grpSpPr bwMode="auto">
          <a:xfrm>
            <a:off x="2817263" y="2665730"/>
            <a:ext cx="417355" cy="417516"/>
            <a:chOff x="344" y="683"/>
            <a:chExt cx="960" cy="961"/>
          </a:xfrm>
        </p:grpSpPr>
        <p:sp>
          <p:nvSpPr>
            <p:cNvPr id="471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72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68" name="Group 245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5524947" y="2665730"/>
            <a:ext cx="419661" cy="417516"/>
            <a:chOff x="3526" y="2546"/>
            <a:chExt cx="160" cy="160"/>
          </a:xfrm>
        </p:grpSpPr>
        <p:sp>
          <p:nvSpPr>
            <p:cNvPr id="469" name="Oval 246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70" name="Arc 247"/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494" name="Oval 215"/>
          <p:cNvSpPr>
            <a:spLocks noChangeArrowheads="1"/>
          </p:cNvSpPr>
          <p:nvPr/>
        </p:nvSpPr>
        <p:spPr bwMode="auto">
          <a:xfrm>
            <a:off x="7544128" y="1934154"/>
            <a:ext cx="507522" cy="507717"/>
          </a:xfrm>
          <a:prstGeom prst="ellipse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86400" tIns="43200" rIns="86400" bIns="44450" anchor="ctr">
            <a:noAutofit/>
          </a:bodyPr>
          <a:lstStyle/>
          <a:p>
            <a:endParaRPr lang="ko-KR" altLang="en-US" dirty="0"/>
          </a:p>
        </p:txBody>
      </p:sp>
      <p:grpSp>
        <p:nvGrpSpPr>
          <p:cNvPr id="495" name="Group 216"/>
          <p:cNvGrpSpPr>
            <a:grpSpLocks/>
          </p:cNvGrpSpPr>
          <p:nvPr/>
        </p:nvGrpSpPr>
        <p:grpSpPr bwMode="auto">
          <a:xfrm>
            <a:off x="4908783" y="1934096"/>
            <a:ext cx="508064" cy="508064"/>
            <a:chOff x="2867" y="636"/>
            <a:chExt cx="960" cy="961"/>
          </a:xfrm>
        </p:grpSpPr>
        <p:sp>
          <p:nvSpPr>
            <p:cNvPr id="523" name="Oval 217"/>
            <p:cNvSpPr>
              <a:spLocks noChangeArrowheads="1"/>
            </p:cNvSpPr>
            <p:nvPr/>
          </p:nvSpPr>
          <p:spPr bwMode="auto">
            <a:xfrm>
              <a:off x="2867" y="637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24" name="Freeform 218"/>
            <p:cNvSpPr>
              <a:spLocks/>
            </p:cNvSpPr>
            <p:nvPr/>
          </p:nvSpPr>
          <p:spPr bwMode="auto">
            <a:xfrm>
              <a:off x="3346" y="636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25" name="Freeform 219"/>
            <p:cNvSpPr>
              <a:spLocks/>
            </p:cNvSpPr>
            <p:nvPr/>
          </p:nvSpPr>
          <p:spPr bwMode="auto">
            <a:xfrm>
              <a:off x="3346" y="875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26" name="Freeform 220"/>
            <p:cNvSpPr>
              <a:spLocks/>
            </p:cNvSpPr>
            <p:nvPr/>
          </p:nvSpPr>
          <p:spPr bwMode="auto">
            <a:xfrm>
              <a:off x="3344" y="1116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96" name="Oval 221"/>
          <p:cNvSpPr>
            <a:spLocks noChangeArrowheads="1"/>
          </p:cNvSpPr>
          <p:nvPr>
            <p:custDataLst>
              <p:tags r:id="rId15"/>
            </p:custDataLst>
          </p:nvPr>
        </p:nvSpPr>
        <p:spPr bwMode="blackWhite">
          <a:xfrm>
            <a:off x="2276578" y="1934096"/>
            <a:ext cx="507717" cy="508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endParaRPr lang="ko-KR" altLang="en-US" dirty="0"/>
          </a:p>
        </p:txBody>
      </p:sp>
      <p:grpSp>
        <p:nvGrpSpPr>
          <p:cNvPr id="497" name="Group 222"/>
          <p:cNvGrpSpPr>
            <a:grpSpLocks/>
          </p:cNvGrpSpPr>
          <p:nvPr/>
        </p:nvGrpSpPr>
        <p:grpSpPr bwMode="auto">
          <a:xfrm>
            <a:off x="3591374" y="1934154"/>
            <a:ext cx="510326" cy="507717"/>
            <a:chOff x="2123" y="2487"/>
            <a:chExt cx="141" cy="130"/>
          </a:xfrm>
        </p:grpSpPr>
        <p:sp>
          <p:nvSpPr>
            <p:cNvPr id="521" name="Oval 223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blackWhite">
            <a:xfrm>
              <a:off x="2123" y="2487"/>
              <a:ext cx="141" cy="1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22" name="Arc 224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2194" y="2487"/>
              <a:ext cx="70" cy="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498" name="Group 225"/>
          <p:cNvGrpSpPr>
            <a:grpSpLocks/>
          </p:cNvGrpSpPr>
          <p:nvPr/>
        </p:nvGrpSpPr>
        <p:grpSpPr bwMode="auto">
          <a:xfrm>
            <a:off x="4251479" y="1934154"/>
            <a:ext cx="507526" cy="507717"/>
            <a:chOff x="1578" y="752"/>
            <a:chExt cx="960" cy="961"/>
          </a:xfrm>
        </p:grpSpPr>
        <p:sp>
          <p:nvSpPr>
            <p:cNvPr id="518" name="Oval 226"/>
            <p:cNvSpPr>
              <a:spLocks noChangeArrowheads="1"/>
            </p:cNvSpPr>
            <p:nvPr/>
          </p:nvSpPr>
          <p:spPr bwMode="auto">
            <a:xfrm>
              <a:off x="1578" y="753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19" name="Freeform 227"/>
            <p:cNvSpPr>
              <a:spLocks/>
            </p:cNvSpPr>
            <p:nvPr/>
          </p:nvSpPr>
          <p:spPr bwMode="auto">
            <a:xfrm>
              <a:off x="2057" y="752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20" name="Freeform 228"/>
            <p:cNvSpPr>
              <a:spLocks/>
            </p:cNvSpPr>
            <p:nvPr/>
          </p:nvSpPr>
          <p:spPr bwMode="auto">
            <a:xfrm>
              <a:off x="2057" y="991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99" name="Group 229"/>
          <p:cNvGrpSpPr>
            <a:grpSpLocks/>
          </p:cNvGrpSpPr>
          <p:nvPr/>
        </p:nvGrpSpPr>
        <p:grpSpPr bwMode="auto">
          <a:xfrm>
            <a:off x="5566626" y="1934154"/>
            <a:ext cx="510329" cy="507717"/>
            <a:chOff x="4088" y="533"/>
            <a:chExt cx="960" cy="961"/>
          </a:xfrm>
        </p:grpSpPr>
        <p:sp>
          <p:nvSpPr>
            <p:cNvPr id="513" name="Oval 230"/>
            <p:cNvSpPr>
              <a:spLocks noChangeArrowheads="1"/>
            </p:cNvSpPr>
            <p:nvPr/>
          </p:nvSpPr>
          <p:spPr bwMode="auto">
            <a:xfrm>
              <a:off x="4088" y="53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14" name="Freeform 231"/>
            <p:cNvSpPr>
              <a:spLocks/>
            </p:cNvSpPr>
            <p:nvPr/>
          </p:nvSpPr>
          <p:spPr bwMode="auto">
            <a:xfrm>
              <a:off x="4567" y="53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" name="Freeform 232"/>
            <p:cNvSpPr>
              <a:spLocks/>
            </p:cNvSpPr>
            <p:nvPr/>
          </p:nvSpPr>
          <p:spPr bwMode="auto">
            <a:xfrm>
              <a:off x="4567" y="772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6" name="Freeform 233"/>
            <p:cNvSpPr>
              <a:spLocks/>
            </p:cNvSpPr>
            <p:nvPr/>
          </p:nvSpPr>
          <p:spPr bwMode="auto">
            <a:xfrm>
              <a:off x="4565" y="1013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7" name="Freeform 234"/>
            <p:cNvSpPr>
              <a:spLocks/>
            </p:cNvSpPr>
            <p:nvPr/>
          </p:nvSpPr>
          <p:spPr bwMode="auto">
            <a:xfrm>
              <a:off x="4151" y="1013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00" name="Group 235"/>
          <p:cNvGrpSpPr>
            <a:grpSpLocks/>
          </p:cNvGrpSpPr>
          <p:nvPr/>
        </p:nvGrpSpPr>
        <p:grpSpPr bwMode="auto">
          <a:xfrm>
            <a:off x="6886838" y="1934154"/>
            <a:ext cx="507522" cy="507717"/>
            <a:chOff x="2743" y="1849"/>
            <a:chExt cx="961" cy="961"/>
          </a:xfrm>
        </p:grpSpPr>
        <p:sp>
          <p:nvSpPr>
            <p:cNvPr id="507" name="Oval 236"/>
            <p:cNvSpPr>
              <a:spLocks noChangeArrowheads="1"/>
            </p:cNvSpPr>
            <p:nvPr/>
          </p:nvSpPr>
          <p:spPr bwMode="auto">
            <a:xfrm>
              <a:off x="2744" y="1850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08" name="Freeform 237"/>
            <p:cNvSpPr>
              <a:spLocks/>
            </p:cNvSpPr>
            <p:nvPr/>
          </p:nvSpPr>
          <p:spPr bwMode="auto">
            <a:xfrm>
              <a:off x="3223" y="1849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09" name="Freeform 238"/>
            <p:cNvSpPr>
              <a:spLocks/>
            </p:cNvSpPr>
            <p:nvPr/>
          </p:nvSpPr>
          <p:spPr bwMode="auto">
            <a:xfrm>
              <a:off x="3223" y="2088"/>
              <a:ext cx="480" cy="480"/>
            </a:xfrm>
            <a:custGeom>
              <a:avLst/>
              <a:gdLst/>
              <a:ahLst/>
              <a:cxnLst>
                <a:cxn ang="0">
                  <a:pos x="188" y="217"/>
                </a:cxn>
                <a:cxn ang="0">
                  <a:pos x="217" y="109"/>
                </a:cxn>
                <a:cxn ang="0">
                  <a:pos x="187" y="0"/>
                </a:cxn>
                <a:cxn ang="0">
                  <a:pos x="0" y="109"/>
                </a:cxn>
                <a:cxn ang="0">
                  <a:pos x="188" y="217"/>
                </a:cxn>
              </a:cxnLst>
              <a:rect l="0" t="0" r="r" b="b"/>
              <a:pathLst>
                <a:path w="217" h="217">
                  <a:moveTo>
                    <a:pt x="188" y="217"/>
                  </a:moveTo>
                  <a:cubicBezTo>
                    <a:pt x="207" y="184"/>
                    <a:pt x="217" y="147"/>
                    <a:pt x="217" y="109"/>
                  </a:cubicBezTo>
                  <a:cubicBezTo>
                    <a:pt x="217" y="71"/>
                    <a:pt x="206" y="33"/>
                    <a:pt x="187" y="0"/>
                  </a:cubicBezTo>
                  <a:lnTo>
                    <a:pt x="0" y="109"/>
                  </a:lnTo>
                  <a:lnTo>
                    <a:pt x="188" y="217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0" name="Freeform 239"/>
            <p:cNvSpPr>
              <a:spLocks/>
            </p:cNvSpPr>
            <p:nvPr/>
          </p:nvSpPr>
          <p:spPr bwMode="auto">
            <a:xfrm>
              <a:off x="3221" y="2329"/>
              <a:ext cx="418" cy="478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1" y="216"/>
                </a:cxn>
                <a:cxn ang="0">
                  <a:pos x="189" y="108"/>
                </a:cxn>
                <a:cxn ang="0">
                  <a:pos x="1" y="0"/>
                </a:cxn>
                <a:cxn ang="0">
                  <a:pos x="0" y="216"/>
                </a:cxn>
              </a:cxnLst>
              <a:rect l="0" t="0" r="r" b="b"/>
              <a:pathLst>
                <a:path w="189" h="216">
                  <a:moveTo>
                    <a:pt x="0" y="216"/>
                  </a:moveTo>
                  <a:cubicBezTo>
                    <a:pt x="1" y="216"/>
                    <a:pt x="1" y="216"/>
                    <a:pt x="1" y="216"/>
                  </a:cubicBezTo>
                  <a:cubicBezTo>
                    <a:pt x="78" y="216"/>
                    <a:pt x="150" y="175"/>
                    <a:pt x="189" y="108"/>
                  </a:cubicBezTo>
                  <a:lnTo>
                    <a:pt x="1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1" name="Freeform 240"/>
            <p:cNvSpPr>
              <a:spLocks/>
            </p:cNvSpPr>
            <p:nvPr/>
          </p:nvSpPr>
          <p:spPr bwMode="auto">
            <a:xfrm>
              <a:off x="2807" y="2329"/>
              <a:ext cx="416" cy="478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187" y="216"/>
                </a:cxn>
                <a:cxn ang="0">
                  <a:pos x="188" y="0"/>
                </a:cxn>
                <a:cxn ang="0">
                  <a:pos x="0" y="108"/>
                </a:cxn>
              </a:cxnLst>
              <a:rect l="0" t="0" r="r" b="b"/>
              <a:pathLst>
                <a:path w="188" h="216">
                  <a:moveTo>
                    <a:pt x="0" y="108"/>
                  </a:moveTo>
                  <a:cubicBezTo>
                    <a:pt x="39" y="175"/>
                    <a:pt x="110" y="216"/>
                    <a:pt x="187" y="216"/>
                  </a:cubicBezTo>
                  <a:lnTo>
                    <a:pt x="188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2" name="Freeform 241"/>
            <p:cNvSpPr>
              <a:spLocks/>
            </p:cNvSpPr>
            <p:nvPr/>
          </p:nvSpPr>
          <p:spPr bwMode="auto">
            <a:xfrm>
              <a:off x="2743" y="2090"/>
              <a:ext cx="480" cy="47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108"/>
                </a:cxn>
                <a:cxn ang="0">
                  <a:pos x="29" y="216"/>
                </a:cxn>
                <a:cxn ang="0">
                  <a:pos x="217" y="108"/>
                </a:cxn>
                <a:cxn ang="0">
                  <a:pos x="30" y="0"/>
                </a:cxn>
              </a:cxnLst>
              <a:rect l="0" t="0" r="r" b="b"/>
              <a:pathLst>
                <a:path w="217" h="216">
                  <a:moveTo>
                    <a:pt x="30" y="0"/>
                  </a:moveTo>
                  <a:cubicBezTo>
                    <a:pt x="11" y="33"/>
                    <a:pt x="1" y="70"/>
                    <a:pt x="1" y="108"/>
                  </a:cubicBezTo>
                  <a:cubicBezTo>
                    <a:pt x="0" y="146"/>
                    <a:pt x="10" y="183"/>
                    <a:pt x="29" y="216"/>
                  </a:cubicBezTo>
                  <a:lnTo>
                    <a:pt x="217" y="10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01" name="Group 242"/>
          <p:cNvGrpSpPr>
            <a:grpSpLocks/>
          </p:cNvGrpSpPr>
          <p:nvPr/>
        </p:nvGrpSpPr>
        <p:grpSpPr bwMode="auto">
          <a:xfrm>
            <a:off x="2934074" y="1934154"/>
            <a:ext cx="507522" cy="507717"/>
            <a:chOff x="344" y="683"/>
            <a:chExt cx="960" cy="961"/>
          </a:xfrm>
        </p:grpSpPr>
        <p:sp>
          <p:nvSpPr>
            <p:cNvPr id="505" name="Oval 243"/>
            <p:cNvSpPr>
              <a:spLocks noChangeArrowheads="1"/>
            </p:cNvSpPr>
            <p:nvPr/>
          </p:nvSpPr>
          <p:spPr bwMode="auto">
            <a:xfrm>
              <a:off x="344" y="684"/>
              <a:ext cx="960" cy="96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86400" tIns="43200" rIns="86400" bIns="4445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06" name="Freeform 244"/>
            <p:cNvSpPr>
              <a:spLocks/>
            </p:cNvSpPr>
            <p:nvPr/>
          </p:nvSpPr>
          <p:spPr bwMode="auto">
            <a:xfrm>
              <a:off x="823" y="683"/>
              <a:ext cx="414" cy="480"/>
            </a:xfrm>
            <a:custGeom>
              <a:avLst/>
              <a:gdLst/>
              <a:ahLst/>
              <a:cxnLst>
                <a:cxn ang="0">
                  <a:pos x="187" y="108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17"/>
                </a:cxn>
                <a:cxn ang="0">
                  <a:pos x="187" y="108"/>
                </a:cxn>
              </a:cxnLst>
              <a:rect l="0" t="0" r="r" b="b"/>
              <a:pathLst>
                <a:path w="187" h="217">
                  <a:moveTo>
                    <a:pt x="187" y="108"/>
                  </a:moveTo>
                  <a:cubicBezTo>
                    <a:pt x="148" y="41"/>
                    <a:pt x="77" y="1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217"/>
                  </a:lnTo>
                  <a:lnTo>
                    <a:pt x="187" y="10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02" name="Group 245"/>
          <p:cNvGrpSpPr>
            <a:grpSpLocks/>
          </p:cNvGrpSpPr>
          <p:nvPr>
            <p:custDataLst>
              <p:tags r:id="rId16"/>
            </p:custDataLst>
          </p:nvPr>
        </p:nvGrpSpPr>
        <p:grpSpPr bwMode="auto">
          <a:xfrm>
            <a:off x="6226734" y="1934154"/>
            <a:ext cx="510326" cy="507717"/>
            <a:chOff x="3526" y="2546"/>
            <a:chExt cx="160" cy="160"/>
          </a:xfrm>
        </p:grpSpPr>
        <p:sp>
          <p:nvSpPr>
            <p:cNvPr id="503" name="Oval 246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3526" y="2546"/>
              <a:ext cx="160" cy="16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04" name="Arc 247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>
              <a:off x="3526" y="2546"/>
              <a:ext cx="160" cy="16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0 w 43200"/>
                <a:gd name="T3" fmla="*/ 2160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8504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2"/>
          <p:cNvSpPr>
            <a:spLocks noChangeShapeType="1"/>
          </p:cNvSpPr>
          <p:nvPr/>
        </p:nvSpPr>
        <p:spPr bwMode="auto">
          <a:xfrm>
            <a:off x="2813071" y="1809000"/>
            <a:ext cx="427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ko-KR" altLang="en-US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2994046" y="2001798"/>
            <a:ext cx="3914775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577" tIns="45789" rIns="91577" bIns="45789" anchor="b">
            <a:spAutoFit/>
          </a:bodyPr>
          <a:lstStyle/>
          <a:p>
            <a:pPr marL="271463" indent="-271463">
              <a:spcBef>
                <a:spcPct val="0"/>
              </a:spcBef>
              <a:tabLst>
                <a:tab pos="88900" algn="l"/>
              </a:tabLst>
            </a:pPr>
            <a:r>
              <a:rPr lang="en-US" altLang="ko-KR" sz="4000" i="1" dirty="0">
                <a:solidFill>
                  <a:srgbClr val="336699"/>
                </a:solidFill>
                <a:latin typeface="HY견고딕" pitchFamily="18" charset="-127"/>
                <a:ea typeface="HY견고딕" pitchFamily="18" charset="-127"/>
              </a:rPr>
              <a:t>Q &amp; A</a:t>
            </a: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2813071" y="3789572"/>
            <a:ext cx="427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644538" y="2896271"/>
            <a:ext cx="261379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ko-KR" altLang="en-US" sz="1300" i="1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홍장표 </a:t>
            </a:r>
            <a:endParaRPr lang="en-US" altLang="ko-KR" sz="1300" i="1" dirty="0" smtClean="0">
              <a:latin typeface="Noto Sans CJK KR Bold" panose="020B0800000000000000" pitchFamily="34" charset="-127"/>
              <a:ea typeface="Noto Sans CJK KR Bold" panose="020B0800000000000000" pitchFamily="34" charset="-127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ko-KR" sz="1300" i="1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e-mail : hjp2025@gmail.com</a:t>
            </a:r>
          </a:p>
          <a:p>
            <a:pPr>
              <a:spcBef>
                <a:spcPts val="0"/>
              </a:spcBef>
            </a:pPr>
            <a:r>
              <a:rPr lang="en-US" altLang="ko-KR" sz="1300" i="1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Blog : </a:t>
            </a:r>
            <a:r>
              <a:rPr lang="en-US" altLang="ko-KR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http://redslide.blog.me</a:t>
            </a:r>
            <a:endParaRPr lang="ko-KR" altLang="en-US" sz="1300" i="1" dirty="0">
              <a:latin typeface="Noto Sans CJK KR Bold" panose="020B0800000000000000" pitchFamily="34" charset="-127"/>
              <a:ea typeface="Noto Sans CJK KR Bold" panose="020B0800000000000000" pitchFamily="34" charset="-127"/>
              <a:cs typeface="Arial" pitchFamily="34" charset="0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2813071" y="4104913"/>
            <a:ext cx="4276725" cy="374679"/>
            <a:chOff x="920972" y="4869011"/>
            <a:chExt cx="5307566" cy="464990"/>
          </a:xfrm>
        </p:grpSpPr>
        <p:sp>
          <p:nvSpPr>
            <p:cNvPr id="16" name="직사각형 15"/>
            <p:cNvSpPr/>
            <p:nvPr/>
          </p:nvSpPr>
          <p:spPr bwMode="auto">
            <a:xfrm>
              <a:off x="920972" y="4869011"/>
              <a:ext cx="4464031" cy="464990"/>
            </a:xfrm>
            <a:prstGeom prst="rect">
              <a:avLst/>
            </a:prstGeom>
            <a:solidFill>
              <a:schemeClr val="bg1"/>
            </a:solidFill>
            <a:ln w="69850" cap="flat" cmpd="sng" algn="ctr">
              <a:solidFill>
                <a:srgbClr val="30B00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60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http://redslide.blog.me</a:t>
              </a:r>
              <a:endParaRPr kumimoji="1" lang="ko-KR" altLang="en-US" sz="16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5517553" y="4869011"/>
              <a:ext cx="710985" cy="464990"/>
            </a:xfrm>
            <a:prstGeom prst="rect">
              <a:avLst/>
            </a:prstGeom>
            <a:solidFill>
              <a:srgbClr val="30B007"/>
            </a:solidFill>
            <a:ln w="69850" cap="flat" cmpd="sng" algn="ctr">
              <a:solidFill>
                <a:srgbClr val="30B00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400" b="1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검색</a:t>
              </a:r>
            </a:p>
          </p:txBody>
        </p:sp>
        <p:sp>
          <p:nvSpPr>
            <p:cNvPr id="18" name="이등변 삼각형 17"/>
            <p:cNvSpPr/>
            <p:nvPr/>
          </p:nvSpPr>
          <p:spPr bwMode="auto">
            <a:xfrm rot="10800000">
              <a:off x="5163676" y="5074919"/>
              <a:ext cx="82218" cy="53174"/>
            </a:xfrm>
            <a:prstGeom prst="triangle">
              <a:avLst/>
            </a:prstGeom>
            <a:solidFill>
              <a:srgbClr val="30B007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1902962" y="6016612"/>
            <a:ext cx="611003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※ </a:t>
            </a:r>
            <a:r>
              <a:rPr lang="ko-KR" altLang="en-US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본 보고서는 본고딕 </a:t>
            </a:r>
            <a:r>
              <a:rPr lang="en-US" altLang="ko-KR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(Noto Sans CJK KR Bold)</a:t>
            </a:r>
            <a:r>
              <a:rPr lang="ko-KR" altLang="en-US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으로 작성했습니다</a:t>
            </a:r>
            <a:r>
              <a:rPr lang="en-US" altLang="ko-KR" sz="1300" i="1" smtClean="0"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itchFamily="34" charset="0"/>
              </a:rPr>
              <a:t>.</a:t>
            </a:r>
            <a:endParaRPr lang="ko-KR" altLang="en-US" sz="1300" i="1" dirty="0">
              <a:latin typeface="Noto Sans CJK KR Bold" panose="020B0800000000000000" pitchFamily="34" charset="-127"/>
              <a:ea typeface="Noto Sans CJK KR Bold" panose="020B0800000000000000" pitchFamily="34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Half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heme/theme1.xml><?xml version="1.0" encoding="utf-8"?>
<a:theme xmlns:a="http://schemas.openxmlformats.org/drawingml/2006/main" name="11_Blank Presentation">
  <a:themeElements>
    <a:clrScheme name="">
      <a:dk1>
        <a:srgbClr val="000000"/>
      </a:dk1>
      <a:lt1>
        <a:srgbClr val="FFFFFF"/>
      </a:lt1>
      <a:dk2>
        <a:srgbClr val="336699"/>
      </a:dk2>
      <a:lt2>
        <a:srgbClr val="990000"/>
      </a:lt2>
      <a:accent1>
        <a:srgbClr val="336699"/>
      </a:accent1>
      <a:accent2>
        <a:srgbClr val="F3E685"/>
      </a:accent2>
      <a:accent3>
        <a:srgbClr val="FFFFFF"/>
      </a:accent3>
      <a:accent4>
        <a:srgbClr val="000000"/>
      </a:accent4>
      <a:accent5>
        <a:srgbClr val="ADB8CA"/>
      </a:accent5>
      <a:accent6>
        <a:srgbClr val="DCD078"/>
      </a:accent6>
      <a:hlink>
        <a:srgbClr val="FF9900"/>
      </a:hlink>
      <a:folHlink>
        <a:srgbClr val="75B000"/>
      </a:folHlink>
    </a:clrScheme>
    <a:fontScheme name="Blank Presentation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317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돋움" pitchFamily="50" charset="-127"/>
          </a:defRPr>
        </a:defPPr>
      </a:lstStyle>
    </a:spDef>
    <a:ln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spcBef>
            <a:spcPts val="0"/>
          </a:spcBef>
          <a:defRPr b="0" dirty="0" smtClean="0">
            <a:latin typeface="+mn-ea"/>
            <a:ea typeface="+mn-ea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29741</TotalTime>
  <Words>43</Words>
  <Application>Microsoft Office PowerPoint</Application>
  <PresentationFormat>A4 용지(210x297mm)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5" baseType="lpstr">
      <vt:lpstr>HY견고딕</vt:lpstr>
      <vt:lpstr>Noto Sans CJK KR Bold</vt:lpstr>
      <vt:lpstr>굴림</vt:lpstr>
      <vt:lpstr>나눔고딕</vt:lpstr>
      <vt:lpstr>나눔손글씨 펜</vt:lpstr>
      <vt:lpstr>돋움</vt:lpstr>
      <vt:lpstr>맑은 고딕</vt:lpstr>
      <vt:lpstr>휴먼명조</vt:lpstr>
      <vt:lpstr>Arial</vt:lpstr>
      <vt:lpstr>Tahoma</vt:lpstr>
      <vt:lpstr>Wingdings</vt:lpstr>
      <vt:lpstr>11_Blank Presentation</vt:lpstr>
      <vt:lpstr>PowerPoint 프레젠테이션</vt:lpstr>
      <vt:lpstr>문차트</vt:lpstr>
      <vt:lpstr>PowerPoint 프레젠테이션</vt:lpstr>
    </vt:vector>
  </TitlesOfParts>
  <Company>ssu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사용자</dc:creator>
  <cp:lastModifiedBy>jp hong</cp:lastModifiedBy>
  <cp:revision>1445</cp:revision>
  <dcterms:created xsi:type="dcterms:W3CDTF">2007-01-06T01:43:12Z</dcterms:created>
  <dcterms:modified xsi:type="dcterms:W3CDTF">2014-11-18T01:11:19Z</dcterms:modified>
</cp:coreProperties>
</file>