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902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맑은 고딕"/>
              </a:rPr>
              <a:t>전략적 재고운영 및 자재계획수립
Part 1: Kraljic Matrix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  <a:latin typeface="맑은 고딕"/>
              </a:rPr>
              <a:t>Session 1: JIT에서 JIC로의 전환과 Kraljic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436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2025년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Session 1: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JIT에서 JIC로의 패러다임 전환과 Kraljic Matrix를 활용한 자재 분류 방법을 학습합니다.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7176" y="6537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48640" cy="54864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맑은 고딕"/>
              </a:rPr>
              <a:t>JIT에서 JIC로의 패러다임 전환 배경과 필요성 이해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8686800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548640" cy="54864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803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맑은 고딕"/>
              </a:rPr>
              <a:t>전략적 재고운영의 핵심 개념과 차별화된 접근법 습득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8686800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548640" cy="54864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947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맑은 고딕"/>
              </a:rPr>
              <a:t>Kraljic Matrix를 활용한 자재 포트폴리오 분류 역량 확보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97680"/>
            <a:ext cx="8686800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548640" cy="54864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709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맑은 고딕"/>
              </a:rPr>
              <a:t>자재군별 관리 철학과 자재계획 방법론의 전체 맵 이해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212080"/>
            <a:ext cx="8686800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Session 1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5개 주제로 구성된 Session 1에서 JIT→JIC 전환과 Kraljic Matrix 전체를 다룹니다.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7176" y="6537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1463040" cy="10972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1. JIT→JIC
전환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4560" y="283464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468880" y="2286000"/>
            <a:ext cx="1463040" cy="109728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2. Kraljic
Matrix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283464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206240" y="2286000"/>
            <a:ext cx="1463040" cy="10972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3. 4대
자재군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0" y="283464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943600" y="2286000"/>
            <a:ext cx="1463040" cy="10972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4. 계획
방법론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06640" y="283464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680960" y="2286000"/>
            <a:ext cx="1463040" cy="109728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5. KPI
프레임워크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JIT의 몰락
JIC의 부상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6576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2축 분석
4사분면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6576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병목/레버리지
전략/일상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6576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ROP/MRP
LTP/VMI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6576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자재군별
핵심 지표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JIT (Just-In-Time)의 영광: 1970-2010년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도요타의 JIT 방식은 40년간 전 세계 제조업의 표준이었으나, 재고=낭비라는 극단적 해석이 문제였습니다.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7176" y="6537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468880"/>
            <a:ext cx="7772400" cy="45720"/>
          </a:xfrm>
          <a:prstGeom prst="rect">
            <a:avLst/>
          </a:prstGeom>
          <a:solidFill>
            <a:srgbClr val="3333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1188720" cy="82296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1970
도요타 JIT
개발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2377440"/>
            <a:ext cx="27432" cy="457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554480"/>
            <a:ext cx="1188720" cy="8229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1980
GE 도입
30% 절감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2377440"/>
            <a:ext cx="27432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0" y="1554480"/>
            <a:ext cx="1188720" cy="82296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1990
전세계
벤치마킹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377440"/>
            <a:ext cx="27432" cy="457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0" y="1554480"/>
            <a:ext cx="1188720" cy="8229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2010
JIT 전성기
"재고=악"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2377440"/>
            <a:ext cx="27432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Zero 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Pull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Kanban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Continuous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Short Lead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Perfect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Supplier Partnership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303520"/>
            <a:ext cx="777240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⚠️ 문제: '재고=낭비'라는 극단적 해석 → 안전재고 Zero → 공급 충격에 취약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2020년 팬데믹: JIT의 치명적 약점 노출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코로나19로 전 세계 공급망이 동시 중단되며 재고 Zero 전략의 위험성이 극명하게 드러났습니다.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7176" y="6537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743200" cy="54864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반도체 대란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128016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자동차 생산
1,000만대 감소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2743200"/>
            <a:ext cx="128016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$210억
손실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49039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안전재고
Zero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2011680"/>
            <a:ext cx="2743200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마스크 대란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2743200"/>
            <a:ext cx="128016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중국 생산
50% 의존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9" y="2743200"/>
            <a:ext cx="128016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글로벌
공급 중단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3749039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단일 공급원
집중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59" y="2011680"/>
            <a:ext cx="2743200" cy="54864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컨테이너 대란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59" y="2743200"/>
            <a:ext cx="128016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운임
10배 폭등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743200"/>
            <a:ext cx="128016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리드타임
2배 증가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59" y="3749039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예측 불가
운송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JIT 전제 조건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2020 이전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2020 이후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안정적 공급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✅ 안정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❌ 중단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예측 가능 수요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✅ 가능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❌ 불가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짧은 리드타임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✅ 2-4주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❌ 3-6개월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JIC (Just-In-Case)로의 패러다임 전환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2021년 이후 글로벌 기업들은 재고를 '전략적 자산'으로 재정의하고 차별화된 재고 전략을 도입했습니다.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7176" y="6537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840480" cy="7315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JIT (과거)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맑은 고딕"/>
              </a:rPr>
              <a:t>• 재고 = 낭비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맑은 고딕"/>
              </a:rPr>
              <a:t>• 목표 = Zero 재고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맑은 고딕"/>
              </a:rPr>
              <a:t>• 우선순위 = 효율성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맑은 고딕"/>
              </a:rPr>
              <a:t>• 안전재고 = 1-2주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맑은 고딕"/>
              </a:rPr>
              <a:t>• 공급업체 = Single Source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54880" y="3200400"/>
            <a:ext cx="731520" cy="1371600"/>
          </a:xfrm>
          <a:prstGeom prst="rightArrow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0" y="1828800"/>
            <a:ext cx="3840480" cy="73152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JIC (현재/미래)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743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맑은 고딕"/>
              </a:rPr>
              <a:t>• 재고 = 전략적 자산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3337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맑은 고딕"/>
              </a:rPr>
              <a:t>• 목표 = 최적 재고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맑은 고딕"/>
              </a:rPr>
              <a:t>• 우선순위 = 회복력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맑은 고딕"/>
              </a:rPr>
              <a:t>• 안전재고 = 차별화 (1주-6개월)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5120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맑은 고딕"/>
              </a:rPr>
              <a:t>• 공급업체 = Dual/Multi Source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실전 사례: 2021년 글로벌 반도체 대란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차량용 반도체 부족으로 1,000만대 생산 차질이 발생하며 JIT의 한계가 극명하게 드러났습니다.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7176" y="6537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645920" cy="6400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2020.03
수요 급감
예상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맑은 고딕"/>
              </a:rPr>
              <a:t>주문 취소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2331720"/>
            <a:ext cx="365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926080" y="2011680"/>
            <a:ext cx="1645920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2020.06
수요 회복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834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맑은 고딕"/>
              </a:rPr>
              <a:t>재주문
시도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2331720"/>
            <a:ext cx="365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937760" y="2011680"/>
            <a:ext cx="1645920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2020.09
공급 부족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834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맑은 고딕"/>
              </a:rPr>
              <a:t>생산 중단
시작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0" y="2331720"/>
            <a:ext cx="365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949440" y="2011680"/>
            <a:ext cx="1645920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2021.06
최악의 상황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834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맑은 고딕"/>
              </a:rPr>
              <a:t>1,000만대
차질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14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맑은 고딕"/>
              </a:rPr>
              <a:t>생산 감소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4480560"/>
            <a:ext cx="1645920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1,000만대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114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맑은 고딕"/>
              </a:rPr>
              <a:t>산업 손실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4480560"/>
            <a:ext cx="1645920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$210억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114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맑은 고딕"/>
              </a:rPr>
              <a:t>영향 기업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4480560"/>
            <a:ext cx="1645920" cy="6400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GM, Ford,
VW 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114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맑은 고딕"/>
              </a:rPr>
              <a:t>리드타임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4480560"/>
            <a:ext cx="1645920" cy="6400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6-12개월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486400"/>
            <a:ext cx="7772400" cy="82296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교훈: 재고 Zero = 리스크 Maximum | 안전재고 비용 &lt;&lt; 생산 중단 손실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글로벌 기업의 JIC 전환 사례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Apple, Intel, Toyota, GM 등은 안전재고를 2-12주에서 6-12개월로 확대하고 공급망을 다변화했습니다.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7176" y="6537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931920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Apple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51760"/>
            <a:ext cx="1280160" cy="73152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안전재고
2주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3017520"/>
            <a:ext cx="18288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377440" y="2651760"/>
            <a:ext cx="1280160" cy="73152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안전재고
6-8주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2651760"/>
            <a:ext cx="914400" cy="7315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$430억
투자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2011680"/>
            <a:ext cx="3931920" cy="54864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Intel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2651760"/>
            <a:ext cx="1280160" cy="73152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안전재고
4주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92240" y="3017520"/>
            <a:ext cx="18288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766559" y="2651760"/>
            <a:ext cx="1280160" cy="73152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안전재고
12주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9" y="2651760"/>
            <a:ext cx="914400" cy="73152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$200억
공장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3931920" cy="54864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Toyota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54880"/>
            <a:ext cx="1280160" cy="73152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JIT 철학
고수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03120" y="5120640"/>
            <a:ext cx="18288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377440" y="4754880"/>
            <a:ext cx="1280160" cy="73152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안전재고
4-6개월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4754880"/>
            <a:ext cx="914400" cy="73152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JIT 포기
선언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4114800"/>
            <a:ext cx="3931920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GM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4754880"/>
            <a:ext cx="1280160" cy="73152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Single
Source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92240" y="5120640"/>
            <a:ext cx="18288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766559" y="4754880"/>
            <a:ext cx="1280160" cy="73152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Triple
Source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59" y="4754880"/>
            <a:ext cx="914400" cy="7315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</a:rPr>
              <a:t>$70억
투자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Kraljic Matrix: 자재 포트폴리오 전략의 핵심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1983년 Peter Kraljic이 제시한 2×2 매트릭스는 자재를 차별화하여 관리하는 혁신적 프레임워크입니다.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7176" y="6537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228600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1970년대
석유파동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0" y="2468880"/>
            <a:ext cx="45720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657600" y="2011680"/>
            <a:ext cx="2286000" cy="9144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공급 불안정
극심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0" y="2468880"/>
            <a:ext cx="45720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400800" y="2011680"/>
            <a:ext cx="228600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1983년
Kraljic 논문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474720"/>
            <a:ext cx="7772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"Not all materials are created equal"
모든 자재가 동등하게 만들어지지 않았다.
자재 특성에 따라 차별화된 전략이 필요하다.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❌ 전략자재에 원가 절감 압박 → 공급업체 이탈 → 생산 중단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❌ 레버리지자재에 높은 안전재고 → 재고 비용 증가 → 경쟁력 상실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760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❌ 병목자재를 소홀히 관리 → 결품 발생 → 라인 정지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1264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❌ 일상자재에 과도한 관리 → 인력 낭비 → 전략 업무 소홀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Kraljic Matrix의 2개 축: 공급 리스크 × 구매 임팩트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Y축은 공급의 어려움을, X축은 사업에 미치는 영향을 나타내며, 각 6개 평가 요소로 측정합니다.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7176" y="6537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4114800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Y축: 공급 리스크 (Supply Risk)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공급업체 수: 1-2개 (고) ↔ 10개+ (저)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대체 가능성: 대체 불가 (고) ↔ 쉽게 대체 (저)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시장 구조: 독과점 (고) ↔ 경쟁시장 (저)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지역 집중도: 특정 지역 (고) ↔ 분산 (저)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기술 복잡성: 특수 기술 (고) ↔ 범용 (저)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66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리드타임: 6개월+ (고) ↔ 1개월- (저)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828800"/>
            <a:ext cx="411480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X축: 구매 임팩트 (Profit Impact)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6517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구매 금액: 총 구매액 대비 비중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2461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원가 비중: 제품 원가 중 차지 비율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8404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사업 영향도: 결품 시 생산 중단 여부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4348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부가가치: 최종 제품 성능 영향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50292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• 품질 중요성: 품질 문제 시 파급 효과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486400"/>
            <a:ext cx="777240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점수화: 공급 리스크 = (업체수×0.3) + (대체성×0.3) + (리드타임×0.2) + (지역×0.2)
          구매 임팩트 = (구매금액×0.4) + (원가비중×0.3) + (사업영향×0.3)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Kraljic Matrix 2×2: 4대 자재군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공급 리스크와 구매 임팩트의 조합으로 병목, 레버리지, 전략, 일상 4개 자재군으로 분류합니다.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7176" y="6537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286000"/>
            <a:ext cx="3200400" cy="182880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병목자재
(Bottleneck)
높은 리스크
낮은 임팩트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286000"/>
            <a:ext cx="3200400" cy="1828800"/>
          </a:xfrm>
          <a:prstGeom prst="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전략자재
(Strategic)
높은 리스크
높은 임팩트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114800"/>
            <a:ext cx="3200400" cy="1828800"/>
          </a:xfrm>
          <a:prstGeom prst="rect">
            <a:avLst/>
          </a:prstGeom>
          <a:solidFill>
            <a:srgbClr val="95A5A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일상자재
(Routine)
낮은 리스크
낮은 임팩트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114800"/>
            <a:ext cx="3200400" cy="182880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레버리지자재
(Leverage)
낮은 리스크
높은 임팩트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공급
리스크
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구매 임팩트 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병목자재 (Bottleneck Items): 공급 확보가 최우선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금액은 작지만 없으면 생산 중단되는 자재로, 안전재고 4-8주와 Dual Sourcing이 핵심 전략입니다.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7176" y="6537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높은 공급 리스크
+
낮은 구매 임팩트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828800"/>
            <a:ext cx="182880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공급업체
1-2개로 제한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828800"/>
            <a:ext cx="182880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결품 시
생산 중단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1828800"/>
            <a:ext cx="182880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리드타임 길거나
불안정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맑은 고딕"/>
              </a:rPr>
              <a:t>사례: 차량용 MCU, 특수 센서, 희토류, FDA 인증 부품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공급 안정성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비용보다 공급이 우선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안전재고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4-8주 (높음)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95-99% 가용률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공급업체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Dual Sourcing 시도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1개 → 2-3개로 증가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발주 방식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ROP (재주문점)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재고 수준 지속 모니터링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KPI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재고 가용률 95%+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5486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긴급 발주 5회/월 이하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레버리지자재 (Leverage Items): 원가 절감이 핵심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금액이 크지만 공급 안정적인 자재로, 경쟁 입찰과 MRP 최적화를 통해 연 3-5% 절감이 목표입니다.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7176" y="6537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낮은 공급 리스크
+
높은 구매 임팩트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828800"/>
            <a:ext cx="1828800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공급업체
5개 이상 다수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828800"/>
            <a:ext cx="1828800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표준화되어
대체 가능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1828800"/>
            <a:ext cx="1828800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경쟁시장
형성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맑은 고딕"/>
              </a:rPr>
              <a:t>사례: 범용 원자재 (철강, 플라스틱), 표준 전자부품, 포장재, 케이블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원가 절감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연 3-5% 절감 목표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안전재고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1-2주 (낮음)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재고 최소화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공급업체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경쟁 입찰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5개 이상 경쟁 유지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발주 방식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MRP + EOQ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계획 기반 최적화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KPI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원가 절감률 3-5%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5486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재고 회전율 12회+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전략자재 (Strategic Items): 장기 파트너십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금액도 크고 공급도 어려운 핵심 자재로, 3-5년 장기 계약과 Win-Win 협력이 필수입니다.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7176" y="6537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높은 공급 리스크
+
높은 구매 임팩트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828800"/>
            <a:ext cx="1828800" cy="914400"/>
          </a:xfrm>
          <a:prstGeom prst="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사업 성패를
좌우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828800"/>
            <a:ext cx="1828800" cy="914400"/>
          </a:xfrm>
          <a:prstGeom prst="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대체 불가능
전환 비용 높음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1828800"/>
            <a:ext cx="1828800" cy="914400"/>
          </a:xfrm>
          <a:prstGeom prst="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장기 개발
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맑은 고딕"/>
              </a:rPr>
              <a:t>사례: 핵심 반도체 (AP, SoC), OLED 발광재료, 항공기 엔진, 독점 기술 부품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전략적 파트너십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Win-Win 협력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안전재고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3-6주 (중상)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공급 연속성 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공급업체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선택적 협력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1-2개 전략 파트너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발주 방식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LTP + Hybrid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장기 + 중기 + 단기 통합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KPI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공급 연속성 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5486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TCO 개선 -3%/년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일상자재 (Routine Items): 자동화와 효율화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금액도 작고 공급도 쉬운 자재로, VMI와 자동 발주를 통해 관리 비용을 최소화합니다.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7176" y="6537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solidFill>
            <a:srgbClr val="95A5A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낮은 공급 리스크
+
낮은 구매 임팩트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828800"/>
            <a:ext cx="1828800" cy="914400"/>
          </a:xfrm>
          <a:prstGeom prst="rect">
            <a:avLst/>
          </a:prstGeom>
          <a:solidFill>
            <a:srgbClr val="95A5A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품목 수는
전체의 60-80%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828800"/>
            <a:ext cx="1828800" cy="914400"/>
          </a:xfrm>
          <a:prstGeom prst="rect">
            <a:avLst/>
          </a:prstGeom>
          <a:solidFill>
            <a:srgbClr val="95A5A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관리 부담
큼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1828800"/>
            <a:ext cx="1828800" cy="914400"/>
          </a:xfrm>
          <a:prstGeom prst="rect">
            <a:avLst/>
          </a:prstGeom>
          <a:solidFill>
            <a:srgbClr val="95A5A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표준화
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맑은 고딕"/>
              </a:rPr>
              <a:t>사례: MRO 품목 (볼트, 너트, 공구), 사무용품, 청소용품, 소모품 전반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효율화 &amp; 자동화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최소 노력으로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안전재고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1주 (최소)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자동 보충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공급업체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통합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10-20개 → 3-5개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발주 방식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Min-Max / VMI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완전 자동화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KPI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발주 비용 5천원/건↓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5486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자동화율 80%+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4대 자재군 핵심 전략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자재군별로 목표, 안전재고, 발주 방식, KPI가 명확히 차별화되어야 최적 성과를 달성합니다.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7176" y="6537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828800"/>
            <a:ext cx="173736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병목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828800"/>
            <a:ext cx="173736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레버리지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828800"/>
            <a:ext cx="1737360" cy="365760"/>
          </a:xfrm>
          <a:prstGeom prst="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전략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1828800"/>
            <a:ext cx="1737360" cy="365760"/>
          </a:xfrm>
          <a:prstGeom prst="rect">
            <a:avLst/>
          </a:prstGeom>
          <a:solidFill>
            <a:srgbClr val="95A5A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일상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맑은 고딕"/>
              </a:rPr>
              <a:t>관리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286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공급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86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원가 절감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286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파트너십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286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효율화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맑은 고딕"/>
              </a:rPr>
              <a:t>우선순위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7889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공급&gt;원가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7889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원가&gt;품질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7889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관계&gt;이익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7889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효율&gt;정확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91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맑은 고딕"/>
              </a:rPr>
              <a:t>안전재고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291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4-8주↑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291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1-2주↓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91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3-6주→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291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1주↓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94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맑은 고딕"/>
              </a:rPr>
              <a:t>발주 방식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794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ROP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794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MRP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794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LTP+Hybrid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794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Min-Max/VMI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297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맑은 고딕"/>
              </a:rPr>
              <a:t>서비스 수준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297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95-99%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297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85-90%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297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90-95%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4297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80-85%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맑은 고딕"/>
              </a:rPr>
              <a:t>KPI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4800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가용률95%+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800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절감3-5%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4800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연속성100%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4800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자동화80%+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자재계획 방법론 전체 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4대 자재군은 각각 ROP, MRP, LTP+Hybrid, Min-Max/VMI 방법론을 적용하여 최적화합니다.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7176" y="6537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645920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ROP
재주문점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병목자재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재고 도달 시
자동 발주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1645920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MRP
소요량 계획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926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레버리지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MPS+BOM
기반 계산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657600"/>
            <a:ext cx="1645920" cy="640080"/>
          </a:xfrm>
          <a:prstGeom prst="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LTP
장기 계획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7490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전략자재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7490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18-24개월
프레임워크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480560"/>
            <a:ext cx="1645920" cy="640080"/>
          </a:xfrm>
          <a:prstGeom prst="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Hybrid
통합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전략자재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572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장기+중기
+단기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303520"/>
            <a:ext cx="1645920" cy="640080"/>
          </a:xfrm>
          <a:prstGeom prst="rect">
            <a:avLst/>
          </a:prstGeom>
          <a:solidFill>
            <a:srgbClr val="95A5A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Min-Max
VMI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394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맑은 고딕"/>
              </a:rPr>
              <a:t>일상자재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394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맑은 고딕"/>
              </a:rPr>
              <a:t>자동 보충
완전 자동화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자재계획 방법론 선택 Decision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공급 리스크와 구매 임팩트를 순차적으로 평가하여 적합한 계획 방법론을 선택합니다.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7176" y="6537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828800"/>
            <a:ext cx="2286000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START:
자재 분석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00600" y="2377440"/>
            <a:ext cx="0" cy="36576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00400" y="2743200"/>
            <a:ext cx="320040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공급 리스크 높은가?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286000" y="3063240"/>
            <a:ext cx="91440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377440" y="2926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맑은 고딕"/>
              </a:rPr>
              <a:t>YES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474720"/>
            <a:ext cx="1280160" cy="54864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구매
임팩트?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54480" y="4023360"/>
            <a:ext cx="0" cy="36576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45920" y="41148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높음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389120"/>
            <a:ext cx="1645920" cy="731520"/>
          </a:xfrm>
          <a:prstGeom prst="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전략자재
↓
LTP+Hybrid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4560" y="3749039"/>
            <a:ext cx="100584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286000" y="36576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낮음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4389120"/>
            <a:ext cx="1645920" cy="73152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병목자재
↓
ROP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0" y="3063240"/>
            <a:ext cx="91440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0" y="2926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맑은 고딕"/>
              </a:rPr>
              <a:t>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3474720"/>
            <a:ext cx="1280160" cy="54864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구매
임팩트?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55279" y="4023360"/>
            <a:ext cx="0" cy="36576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046720" y="41148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높음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4389120"/>
            <a:ext cx="164592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레버리지
↓
MRP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95360" y="3749039"/>
            <a:ext cx="7315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86800" y="36576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맑은 고딕"/>
              </a:rPr>
              <a:t>낮음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4389120"/>
            <a:ext cx="914400" cy="731520"/>
          </a:xfrm>
          <a:prstGeom prst="rect">
            <a:avLst/>
          </a:prstGeom>
          <a:solidFill>
            <a:srgbClr val="95A5A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일상
↓
VMI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자재군별 핵심 KPI 프레임워크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병목은 가용률 95%, 레버리지는 절감률 3-5%, 전략은 연속성 100%, 일상은 자동화율 80%가 목표입니다.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7176" y="6537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371600" cy="82296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병목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011680"/>
            <a:ext cx="219456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재고 가용률
95%+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2011680"/>
            <a:ext cx="219456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공급 안정성
95%+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2011680"/>
            <a:ext cx="219456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긴급 발주
5회/월↓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371600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레버리지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3108960"/>
            <a:ext cx="219456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원가 절감률
3-5%/년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108960"/>
            <a:ext cx="219456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재고 회전율
12회+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3108960"/>
            <a:ext cx="219456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발주 정확도
95%+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06240"/>
            <a:ext cx="1371600" cy="822960"/>
          </a:xfrm>
          <a:prstGeom prst="rect">
            <a:avLst/>
          </a:prstGeom>
          <a:solidFill>
            <a:srgbClr val="8E44A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전략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4206240"/>
            <a:ext cx="219456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공급 연속성
100%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4206240"/>
            <a:ext cx="219456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LTP 정확도
70%+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4206240"/>
            <a:ext cx="219456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TCO 개선
-3%/년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03520"/>
            <a:ext cx="1371600" cy="822960"/>
          </a:xfrm>
          <a:prstGeom prst="rect">
            <a:avLst/>
          </a:prstGeom>
          <a:solidFill>
            <a:srgbClr val="95A5A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일상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5303520"/>
            <a:ext cx="219456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발주 비용
5천원/건↓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5303520"/>
            <a:ext cx="219456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자동화율
80%+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5303520"/>
            <a:ext cx="219456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업체 수
100개↓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Part 1 핵심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JIT→JIC 전환, Kraljic 4대 자재군, 차별화 전략, 계획 방법론이 전략적 재고운영의 핵심입니다.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7176" y="6537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3657600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1. 패러다임 전환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맑은 고딕"/>
              </a:rPr>
              <a:t>JIT (재고=낭비)
→
JIC (재고=전략자산)
효율성 → 회복력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2011680"/>
            <a:ext cx="3657600" cy="54864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2. Kraljic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7432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맑은 고딕"/>
              </a:rPr>
              <a:t>2개 축: 공급 리스크
× 구매 임팩트
4개 자재군 분류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297680"/>
            <a:ext cx="3657600" cy="54864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3. 차별화 전략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0292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맑은 고딕"/>
              </a:rPr>
              <a:t>병목: 공급 확보
레버리지: 원가 절감
전략: 파트너십
일상: 자동화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4297680"/>
            <a:ext cx="3657600" cy="5486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4. 계획 방법론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50292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0000"/>
                </a:solidFill>
                <a:latin typeface="맑은 고딕"/>
              </a:rPr>
              <a:t>ROP (병목)
MRP (레버리지)
LTP+Hybrid (전략)
Min-Max/VMI (일상)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5943600"/>
            <a:ext cx="5943600" cy="731520"/>
          </a:xfrm>
          <a:prstGeom prst="rect">
            <a:avLst/>
          </a:prstGeom>
          <a:solidFill>
            <a:srgbClr val="1A5276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Next → Session 2: 소싱 전략 및 공급업체 관계 관리 (SRM)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